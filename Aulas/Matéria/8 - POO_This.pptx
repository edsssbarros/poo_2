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10"/>
  </p:notesMasterIdLst>
  <p:sldIdLst>
    <p:sldId id="263" r:id="rId5"/>
    <p:sldId id="264" r:id="rId6"/>
    <p:sldId id="266" r:id="rId7"/>
    <p:sldId id="265" r:id="rId8"/>
    <p:sldId id="267" r:id="rId9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858" y="27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695325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1667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33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322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984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154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72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EEFB0-67D2-4891-B1F4-B0F34ECECA5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3228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83BBDA-8915-436B-A3F5-4D07A605C03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164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3D9AD4-FB6A-400A-B71B-F3F094504FA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796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08412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3975" y="1981200"/>
            <a:ext cx="381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BFCFA9-D003-4C44-B041-A079F96E5FE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919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34B59-1A35-464E-9FDA-1541ECFBA7D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7211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D4EE3-6917-470B-8AD8-C5EEAC8FF38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2429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500F5D-82FC-4482-8C94-EEF9E0B66ECC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1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D50911-BC0B-4EB0-BBFF-07037335DE2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8285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397F0-2415-47B6-B8BE-6982EB05186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010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DDBB4-0710-4700-B6F2-7D9265E4EEF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8650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1512" cy="56372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72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CEE47B-71D9-4B62-8CB0-1779BB53525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460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"/>
          <p:cNvGrpSpPr>
            <a:grpSpLocks/>
          </p:cNvGrpSpPr>
          <p:nvPr/>
        </p:nvGrpSpPr>
        <p:grpSpPr bwMode="auto">
          <a:xfrm>
            <a:off x="0" y="-4763"/>
            <a:ext cx="1063625" cy="6856413"/>
            <a:chOff x="0" y="-3"/>
            <a:chExt cx="670" cy="4319"/>
          </a:xfrm>
        </p:grpSpPr>
        <p:grpSp>
          <p:nvGrpSpPr>
            <p:cNvPr id="1032" name="Group 2"/>
            <p:cNvGrpSpPr>
              <a:grpSpLocks/>
            </p:cNvGrpSpPr>
            <p:nvPr/>
          </p:nvGrpSpPr>
          <p:grpSpPr bwMode="auto">
            <a:xfrm>
              <a:off x="26" y="-3"/>
              <a:ext cx="637" cy="4319"/>
              <a:chOff x="26" y="-3"/>
              <a:chExt cx="637" cy="4319"/>
            </a:xfrm>
          </p:grpSpPr>
          <p:sp>
            <p:nvSpPr>
              <p:cNvPr id="1035" name="AutoShape 3"/>
              <p:cNvSpPr>
                <a:spLocks noChangeArrowheads="1"/>
              </p:cNvSpPr>
              <p:nvPr/>
            </p:nvSpPr>
            <p:spPr bwMode="auto">
              <a:xfrm flipH="1">
                <a:off x="37" y="-3"/>
                <a:ext cx="618" cy="4304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5728 h 720"/>
                  <a:gd name="T4" fmla="*/ 382 w 1000"/>
                  <a:gd name="T5" fmla="*/ 25728 h 720"/>
                  <a:gd name="T6" fmla="*/ 382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"/>
                  <a:gd name="T16" fmla="*/ 0 h 720"/>
                  <a:gd name="T17" fmla="*/ 1000 w 1000"/>
                  <a:gd name="T18" fmla="*/ 720 h 7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6" name="AutoShape 4"/>
              <p:cNvSpPr>
                <a:spLocks noChangeArrowheads="1"/>
              </p:cNvSpPr>
              <p:nvPr/>
            </p:nvSpPr>
            <p:spPr bwMode="auto">
              <a:xfrm flipH="1">
                <a:off x="35" y="1068"/>
                <a:ext cx="618" cy="31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6 h 317"/>
                  <a:gd name="T4" fmla="*/ 612 w 624"/>
                  <a:gd name="T5" fmla="*/ 266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7" name="AutoShape 5"/>
              <p:cNvSpPr>
                <a:spLocks noChangeArrowheads="1"/>
              </p:cNvSpPr>
              <p:nvPr/>
            </p:nvSpPr>
            <p:spPr bwMode="auto">
              <a:xfrm flipH="1">
                <a:off x="37" y="809"/>
                <a:ext cx="618" cy="316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0 h 317"/>
                  <a:gd name="T4" fmla="*/ 612 w 624"/>
                  <a:gd name="T5" fmla="*/ 270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8" name="AutoShape 6"/>
              <p:cNvSpPr>
                <a:spLocks noChangeArrowheads="1"/>
              </p:cNvSpPr>
              <p:nvPr/>
            </p:nvSpPr>
            <p:spPr bwMode="auto">
              <a:xfrm flipH="1">
                <a:off x="37" y="93"/>
                <a:ext cx="618" cy="190"/>
              </a:xfrm>
              <a:custGeom>
                <a:avLst/>
                <a:gdLst>
                  <a:gd name="T0" fmla="*/ 0 w 624"/>
                  <a:gd name="T1" fmla="*/ 14 h 370"/>
                  <a:gd name="T2" fmla="*/ 0 w 624"/>
                  <a:gd name="T3" fmla="*/ 86 h 370"/>
                  <a:gd name="T4" fmla="*/ 612 w 624"/>
                  <a:gd name="T5" fmla="*/ 86 h 370"/>
                  <a:gd name="T6" fmla="*/ 612 w 624"/>
                  <a:gd name="T7" fmla="*/ 14 h 370"/>
                  <a:gd name="T8" fmla="*/ 376 w 624"/>
                  <a:gd name="T9" fmla="*/ 2 h 370"/>
                  <a:gd name="T10" fmla="*/ 0 w 624"/>
                  <a:gd name="T11" fmla="*/ 14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370"/>
                  <a:gd name="T20" fmla="*/ 624 w 624"/>
                  <a:gd name="T21" fmla="*/ 370 h 3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9" name="AutoShape 7"/>
              <p:cNvSpPr>
                <a:spLocks noChangeArrowheads="1"/>
              </p:cNvSpPr>
              <p:nvPr/>
            </p:nvSpPr>
            <p:spPr bwMode="auto">
              <a:xfrm flipH="1">
                <a:off x="35" y="622"/>
                <a:ext cx="618" cy="21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30 h 317"/>
                  <a:gd name="T4" fmla="*/ 612 w 624"/>
                  <a:gd name="T5" fmla="*/ 130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0" name="AutoShape 8"/>
              <p:cNvSpPr>
                <a:spLocks noChangeArrowheads="1"/>
              </p:cNvSpPr>
              <p:nvPr/>
            </p:nvSpPr>
            <p:spPr bwMode="auto">
              <a:xfrm flipH="1">
                <a:off x="36" y="428"/>
                <a:ext cx="618" cy="27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36 w 624"/>
                  <a:gd name="T5" fmla="*/ 240 h 272"/>
                  <a:gd name="T6" fmla="*/ 612 w 624"/>
                  <a:gd name="T7" fmla="*/ 272 h 272"/>
                  <a:gd name="T8" fmla="*/ 612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272"/>
                  <a:gd name="T20" fmla="*/ 624 w 624"/>
                  <a:gd name="T21" fmla="*/ 272 h 27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1" name="AutoShape 9"/>
              <p:cNvSpPr>
                <a:spLocks noChangeArrowheads="1"/>
              </p:cNvSpPr>
              <p:nvPr/>
            </p:nvSpPr>
            <p:spPr bwMode="auto">
              <a:xfrm flipH="1">
                <a:off x="36" y="235"/>
                <a:ext cx="626" cy="235"/>
              </a:xfrm>
              <a:custGeom>
                <a:avLst/>
                <a:gdLst>
                  <a:gd name="T0" fmla="*/ 8 w 632"/>
                  <a:gd name="T1" fmla="*/ 19 h 362"/>
                  <a:gd name="T2" fmla="*/ 8 w 632"/>
                  <a:gd name="T3" fmla="*/ 134 h 362"/>
                  <a:gd name="T4" fmla="*/ 244 w 632"/>
                  <a:gd name="T5" fmla="*/ 134 h 362"/>
                  <a:gd name="T6" fmla="*/ 620 w 632"/>
                  <a:gd name="T7" fmla="*/ 134 h 362"/>
                  <a:gd name="T8" fmla="*/ 620 w 632"/>
                  <a:gd name="T9" fmla="*/ 19 h 362"/>
                  <a:gd name="T10" fmla="*/ 102 w 632"/>
                  <a:gd name="T11" fmla="*/ 19 h 362"/>
                  <a:gd name="T12" fmla="*/ 8 w 632"/>
                  <a:gd name="T13" fmla="*/ 1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2"/>
                  <a:gd name="T22" fmla="*/ 0 h 362"/>
                  <a:gd name="T23" fmla="*/ 632 w 632"/>
                  <a:gd name="T24" fmla="*/ 362 h 3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2" name="AutoShape 10"/>
              <p:cNvSpPr>
                <a:spLocks noChangeArrowheads="1"/>
              </p:cNvSpPr>
              <p:nvPr/>
            </p:nvSpPr>
            <p:spPr bwMode="auto">
              <a:xfrm flipH="1">
                <a:off x="27" y="2479"/>
                <a:ext cx="618" cy="31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6 h 317"/>
                  <a:gd name="T4" fmla="*/ 612 w 624"/>
                  <a:gd name="T5" fmla="*/ 266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3" name="AutoShape 11"/>
              <p:cNvSpPr>
                <a:spLocks noChangeArrowheads="1"/>
              </p:cNvSpPr>
              <p:nvPr/>
            </p:nvSpPr>
            <p:spPr bwMode="auto">
              <a:xfrm flipH="1">
                <a:off x="30" y="2227"/>
                <a:ext cx="618" cy="31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6 h 317"/>
                  <a:gd name="T4" fmla="*/ 612 w 624"/>
                  <a:gd name="T5" fmla="*/ 266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4" name="AutoShape 12"/>
              <p:cNvSpPr>
                <a:spLocks noChangeArrowheads="1"/>
              </p:cNvSpPr>
              <p:nvPr/>
            </p:nvSpPr>
            <p:spPr bwMode="auto">
              <a:xfrm flipH="1">
                <a:off x="30" y="1509"/>
                <a:ext cx="618" cy="191"/>
              </a:xfrm>
              <a:custGeom>
                <a:avLst/>
                <a:gdLst>
                  <a:gd name="T0" fmla="*/ 0 w 624"/>
                  <a:gd name="T1" fmla="*/ 14 h 370"/>
                  <a:gd name="T2" fmla="*/ 0 w 624"/>
                  <a:gd name="T3" fmla="*/ 87 h 370"/>
                  <a:gd name="T4" fmla="*/ 612 w 624"/>
                  <a:gd name="T5" fmla="*/ 87 h 370"/>
                  <a:gd name="T6" fmla="*/ 612 w 624"/>
                  <a:gd name="T7" fmla="*/ 14 h 370"/>
                  <a:gd name="T8" fmla="*/ 376 w 624"/>
                  <a:gd name="T9" fmla="*/ 2 h 370"/>
                  <a:gd name="T10" fmla="*/ 0 w 624"/>
                  <a:gd name="T11" fmla="*/ 14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370"/>
                  <a:gd name="T20" fmla="*/ 624 w 624"/>
                  <a:gd name="T21" fmla="*/ 370 h 3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5" name="AutoShape 13"/>
              <p:cNvSpPr>
                <a:spLocks noChangeArrowheads="1"/>
              </p:cNvSpPr>
              <p:nvPr/>
            </p:nvSpPr>
            <p:spPr bwMode="auto">
              <a:xfrm flipH="1">
                <a:off x="30" y="2035"/>
                <a:ext cx="618" cy="218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29 h 317"/>
                  <a:gd name="T4" fmla="*/ 612 w 624"/>
                  <a:gd name="T5" fmla="*/ 129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6" name="AutoShape 14"/>
              <p:cNvSpPr>
                <a:spLocks noChangeArrowheads="1"/>
              </p:cNvSpPr>
              <p:nvPr/>
            </p:nvSpPr>
            <p:spPr bwMode="auto">
              <a:xfrm flipH="1">
                <a:off x="30" y="1846"/>
                <a:ext cx="618" cy="269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66 h 272"/>
                  <a:gd name="T4" fmla="*/ 236 w 624"/>
                  <a:gd name="T5" fmla="*/ 234 h 272"/>
                  <a:gd name="T6" fmla="*/ 612 w 624"/>
                  <a:gd name="T7" fmla="*/ 266 h 272"/>
                  <a:gd name="T8" fmla="*/ 612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272"/>
                  <a:gd name="T20" fmla="*/ 624 w 624"/>
                  <a:gd name="T21" fmla="*/ 272 h 27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7" name="AutoShape 15"/>
              <p:cNvSpPr>
                <a:spLocks noChangeArrowheads="1"/>
              </p:cNvSpPr>
              <p:nvPr/>
            </p:nvSpPr>
            <p:spPr bwMode="auto">
              <a:xfrm flipH="1">
                <a:off x="29" y="1649"/>
                <a:ext cx="626" cy="236"/>
              </a:xfrm>
              <a:custGeom>
                <a:avLst/>
                <a:gdLst>
                  <a:gd name="T0" fmla="*/ 8 w 632"/>
                  <a:gd name="T1" fmla="*/ 19 h 362"/>
                  <a:gd name="T2" fmla="*/ 8 w 632"/>
                  <a:gd name="T3" fmla="*/ 135 h 362"/>
                  <a:gd name="T4" fmla="*/ 244 w 632"/>
                  <a:gd name="T5" fmla="*/ 135 h 362"/>
                  <a:gd name="T6" fmla="*/ 620 w 632"/>
                  <a:gd name="T7" fmla="*/ 135 h 362"/>
                  <a:gd name="T8" fmla="*/ 620 w 632"/>
                  <a:gd name="T9" fmla="*/ 19 h 362"/>
                  <a:gd name="T10" fmla="*/ 102 w 632"/>
                  <a:gd name="T11" fmla="*/ 19 h 362"/>
                  <a:gd name="T12" fmla="*/ 8 w 632"/>
                  <a:gd name="T13" fmla="*/ 1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2"/>
                  <a:gd name="T22" fmla="*/ 0 h 362"/>
                  <a:gd name="T23" fmla="*/ 632 w 632"/>
                  <a:gd name="T24" fmla="*/ 362 h 3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8" name="AutoShape 16"/>
              <p:cNvSpPr>
                <a:spLocks noChangeArrowheads="1"/>
              </p:cNvSpPr>
              <p:nvPr/>
            </p:nvSpPr>
            <p:spPr bwMode="auto">
              <a:xfrm flipH="1">
                <a:off x="30" y="3129"/>
                <a:ext cx="618" cy="31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6 h 317"/>
                  <a:gd name="T4" fmla="*/ 612 w 624"/>
                  <a:gd name="T5" fmla="*/ 266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9" name="AutoShape 17"/>
              <p:cNvSpPr>
                <a:spLocks noChangeArrowheads="1"/>
              </p:cNvSpPr>
              <p:nvPr/>
            </p:nvSpPr>
            <p:spPr bwMode="auto">
              <a:xfrm flipH="1">
                <a:off x="32" y="2870"/>
                <a:ext cx="618" cy="316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0 h 317"/>
                  <a:gd name="T4" fmla="*/ 612 w 624"/>
                  <a:gd name="T5" fmla="*/ 270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0" name="AutoShape 18"/>
              <p:cNvSpPr>
                <a:spLocks noChangeArrowheads="1"/>
              </p:cNvSpPr>
              <p:nvPr/>
            </p:nvSpPr>
            <p:spPr bwMode="auto">
              <a:xfrm flipH="1">
                <a:off x="27" y="3568"/>
                <a:ext cx="618" cy="190"/>
              </a:xfrm>
              <a:custGeom>
                <a:avLst/>
                <a:gdLst>
                  <a:gd name="T0" fmla="*/ 0 w 624"/>
                  <a:gd name="T1" fmla="*/ 14 h 370"/>
                  <a:gd name="T2" fmla="*/ 0 w 624"/>
                  <a:gd name="T3" fmla="*/ 86 h 370"/>
                  <a:gd name="T4" fmla="*/ 612 w 624"/>
                  <a:gd name="T5" fmla="*/ 86 h 370"/>
                  <a:gd name="T6" fmla="*/ 612 w 624"/>
                  <a:gd name="T7" fmla="*/ 14 h 370"/>
                  <a:gd name="T8" fmla="*/ 376 w 624"/>
                  <a:gd name="T9" fmla="*/ 2 h 370"/>
                  <a:gd name="T10" fmla="*/ 0 w 624"/>
                  <a:gd name="T11" fmla="*/ 14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370"/>
                  <a:gd name="T20" fmla="*/ 624 w 624"/>
                  <a:gd name="T21" fmla="*/ 370 h 3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1" name="AutoShape 19"/>
              <p:cNvSpPr>
                <a:spLocks noChangeArrowheads="1"/>
              </p:cNvSpPr>
              <p:nvPr/>
            </p:nvSpPr>
            <p:spPr bwMode="auto">
              <a:xfrm rot="16200000" flipH="1">
                <a:off x="229" y="3899"/>
                <a:ext cx="217" cy="619"/>
              </a:xfrm>
              <a:custGeom>
                <a:avLst/>
                <a:gdLst>
                  <a:gd name="T0" fmla="*/ 0 w 291"/>
                  <a:gd name="T1" fmla="*/ 612 h 625"/>
                  <a:gd name="T2" fmla="*/ 162 w 291"/>
                  <a:gd name="T3" fmla="*/ 613 h 625"/>
                  <a:gd name="T4" fmla="*/ 162 w 291"/>
                  <a:gd name="T5" fmla="*/ 6 h 625"/>
                  <a:gd name="T6" fmla="*/ 0 w 291"/>
                  <a:gd name="T7" fmla="*/ 0 h 625"/>
                  <a:gd name="T8" fmla="*/ 0 w 291"/>
                  <a:gd name="T9" fmla="*/ 612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1"/>
                  <a:gd name="T16" fmla="*/ 0 h 625"/>
                  <a:gd name="T17" fmla="*/ 291 w 291"/>
                  <a:gd name="T18" fmla="*/ 625 h 6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" name="AutoShape 20"/>
              <p:cNvSpPr>
                <a:spLocks noChangeArrowheads="1"/>
              </p:cNvSpPr>
              <p:nvPr/>
            </p:nvSpPr>
            <p:spPr bwMode="auto">
              <a:xfrm flipH="1">
                <a:off x="26" y="3904"/>
                <a:ext cx="618" cy="269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66 h 272"/>
                  <a:gd name="T4" fmla="*/ 236 w 624"/>
                  <a:gd name="T5" fmla="*/ 234 h 272"/>
                  <a:gd name="T6" fmla="*/ 612 w 624"/>
                  <a:gd name="T7" fmla="*/ 266 h 272"/>
                  <a:gd name="T8" fmla="*/ 612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272"/>
                  <a:gd name="T20" fmla="*/ 624 w 624"/>
                  <a:gd name="T21" fmla="*/ 272 h 27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3" name="AutoShape 21"/>
              <p:cNvSpPr>
                <a:spLocks noChangeArrowheads="1"/>
              </p:cNvSpPr>
              <p:nvPr/>
            </p:nvSpPr>
            <p:spPr bwMode="auto">
              <a:xfrm flipH="1">
                <a:off x="26" y="3709"/>
                <a:ext cx="626" cy="236"/>
              </a:xfrm>
              <a:custGeom>
                <a:avLst/>
                <a:gdLst>
                  <a:gd name="T0" fmla="*/ 8 w 632"/>
                  <a:gd name="T1" fmla="*/ 19 h 362"/>
                  <a:gd name="T2" fmla="*/ 8 w 632"/>
                  <a:gd name="T3" fmla="*/ 135 h 362"/>
                  <a:gd name="T4" fmla="*/ 244 w 632"/>
                  <a:gd name="T5" fmla="*/ 135 h 362"/>
                  <a:gd name="T6" fmla="*/ 620 w 632"/>
                  <a:gd name="T7" fmla="*/ 135 h 362"/>
                  <a:gd name="T8" fmla="*/ 620 w 632"/>
                  <a:gd name="T9" fmla="*/ 19 h 362"/>
                  <a:gd name="T10" fmla="*/ 102 w 632"/>
                  <a:gd name="T11" fmla="*/ 19 h 362"/>
                  <a:gd name="T12" fmla="*/ 8 w 632"/>
                  <a:gd name="T13" fmla="*/ 1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2"/>
                  <a:gd name="T22" fmla="*/ 0 h 362"/>
                  <a:gd name="T23" fmla="*/ 632 w 632"/>
                  <a:gd name="T24" fmla="*/ 362 h 3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033" name="AutoShape 22"/>
            <p:cNvSpPr>
              <a:spLocks noChangeArrowheads="1"/>
            </p:cNvSpPr>
            <p:nvPr/>
          </p:nvSpPr>
          <p:spPr bwMode="auto">
            <a:xfrm rot="16200000" flipH="1">
              <a:off x="-1954" y="1951"/>
              <a:ext cx="4319" cy="411"/>
            </a:xfrm>
            <a:custGeom>
              <a:avLst/>
              <a:gdLst>
                <a:gd name="T0" fmla="*/ 0 w 5762"/>
                <a:gd name="T1" fmla="*/ 223 h 385"/>
                <a:gd name="T2" fmla="*/ 3237 w 5762"/>
                <a:gd name="T3" fmla="*/ 215 h 385"/>
                <a:gd name="T4" fmla="*/ 3237 w 5762"/>
                <a:gd name="T5" fmla="*/ 4 h 385"/>
                <a:gd name="T6" fmla="*/ 0 w 5762"/>
                <a:gd name="T7" fmla="*/ 0 h 385"/>
                <a:gd name="T8" fmla="*/ 0 w 5762"/>
                <a:gd name="T9" fmla="*/ 223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2"/>
                <a:gd name="T16" fmla="*/ 0 h 385"/>
                <a:gd name="T17" fmla="*/ 5762 w 5762"/>
                <a:gd name="T18" fmla="*/ 385 h 3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rgbClr val="FFFFFF"/>
                </a:gs>
              </a:gsLst>
              <a:lin ang="108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34" name="AutoShape 23"/>
            <p:cNvSpPr>
              <a:spLocks noChangeArrowheads="1"/>
            </p:cNvSpPr>
            <p:nvPr/>
          </p:nvSpPr>
          <p:spPr bwMode="auto">
            <a:xfrm rot="16200000" flipH="1">
              <a:off x="-1582" y="2062"/>
              <a:ext cx="4318" cy="188"/>
            </a:xfrm>
            <a:custGeom>
              <a:avLst/>
              <a:gdLst>
                <a:gd name="T0" fmla="*/ 0 w 5761"/>
                <a:gd name="T1" fmla="*/ 28 h 189"/>
                <a:gd name="T2" fmla="*/ 3236 w 5761"/>
                <a:gd name="T3" fmla="*/ 0 h 189"/>
                <a:gd name="T4" fmla="*/ 3236 w 5761"/>
                <a:gd name="T5" fmla="*/ 187 h 189"/>
                <a:gd name="T6" fmla="*/ 1 w 5761"/>
                <a:gd name="T7" fmla="*/ 187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1"/>
                <a:gd name="T16" fmla="*/ 0 h 189"/>
                <a:gd name="T17" fmla="*/ 5761 w 576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108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027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0812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do título</a:t>
            </a:r>
          </a:p>
        </p:txBody>
      </p:sp>
      <p:sp>
        <p:nvSpPr>
          <p:cNvPr id="1028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0812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da estrutura de tópicos</a:t>
            </a:r>
          </a:p>
          <a:p>
            <a:pPr lvl="1"/>
            <a:r>
              <a:rPr lang="en-GB" altLang="pt-BR"/>
              <a:t>2.º Nível da estrutura de tópicos</a:t>
            </a:r>
          </a:p>
          <a:p>
            <a:pPr lvl="2"/>
            <a:r>
              <a:rPr lang="en-GB" altLang="pt-BR"/>
              <a:t>3.º Nível da estrutura de tópicos</a:t>
            </a:r>
          </a:p>
          <a:p>
            <a:pPr lvl="3"/>
            <a:r>
              <a:rPr lang="en-GB" altLang="pt-BR"/>
              <a:t>4.º Nível da estrutura de tópicos</a:t>
            </a:r>
          </a:p>
          <a:p>
            <a:pPr lvl="4"/>
            <a:r>
              <a:rPr lang="en-GB" altLang="pt-BR"/>
              <a:t>5.º Nível da estrutura de tópicos</a:t>
            </a:r>
          </a:p>
          <a:p>
            <a:pPr lvl="4"/>
            <a:r>
              <a:rPr lang="en-GB" altLang="pt-BR"/>
              <a:t>6.º Nível da estrutura de tópicos</a:t>
            </a:r>
          </a:p>
          <a:p>
            <a:pPr lvl="4"/>
            <a:r>
              <a:rPr lang="en-GB" altLang="pt-BR"/>
              <a:t>7.º Nível da estrutura de tópicos</a:t>
            </a:r>
          </a:p>
          <a:p>
            <a:pPr lvl="4"/>
            <a:r>
              <a:rPr lang="en-GB" altLang="pt-BR"/>
              <a:t>8.º Nível da estrutura de tópicos</a:t>
            </a:r>
          </a:p>
          <a:p>
            <a:pPr lvl="4"/>
            <a:r>
              <a:rPr lang="en-GB" altLang="pt-BR"/>
              <a:t>9.º Nível da estrutura de tópicos</a:t>
            </a:r>
          </a:p>
        </p:txBody>
      </p:sp>
      <p:sp>
        <p:nvSpPr>
          <p:cNvPr id="1029" name="Text Box 26"/>
          <p:cNvSpPr txBox="1">
            <a:spLocks noChangeArrowheads="1"/>
          </p:cNvSpPr>
          <p:nvPr/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1030" name="Text Box 27"/>
          <p:cNvSpPr txBox="1">
            <a:spLocks noChangeArrowheads="1"/>
          </p:cNvSpPr>
          <p:nvPr/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1052" name="Rectangle 28"/>
          <p:cNvSpPr>
            <a:spLocks noGrp="1" noChangeArrowheads="1"/>
          </p:cNvSpPr>
          <p:nvPr>
            <p:ph type="sldNum"/>
          </p:nvPr>
        </p:nvSpPr>
        <p:spPr bwMode="auto">
          <a:xfrm>
            <a:off x="7010400" y="6248400"/>
            <a:ext cx="1903413" cy="4556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100000"/>
              <a:buFontTx/>
              <a:buNone/>
              <a:defRPr>
                <a:solidFill>
                  <a:srgbClr val="000000"/>
                </a:solidFill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fld id="{2F15173C-8D35-405A-9971-08A3BA3A658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/>
          <p:cNvSpPr txBox="1">
            <a:spLocks noChangeArrowheads="1"/>
          </p:cNvSpPr>
          <p:nvPr/>
        </p:nvSpPr>
        <p:spPr bwMode="auto">
          <a:xfrm>
            <a:off x="1173163" y="1219200"/>
            <a:ext cx="7772400" cy="126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pt-BR" sz="4400" dirty="0" err="1">
                <a:solidFill>
                  <a:srgbClr val="003366"/>
                </a:solidFill>
              </a:rPr>
              <a:t>Programação</a:t>
            </a:r>
            <a:r>
              <a:rPr lang="en-US" altLang="pt-BR" sz="4400" dirty="0">
                <a:solidFill>
                  <a:srgbClr val="003366"/>
                </a:solidFill>
              </a:rPr>
              <a:t> </a:t>
            </a:r>
            <a:br>
              <a:rPr lang="en-US" altLang="pt-BR" sz="4400" dirty="0">
                <a:solidFill>
                  <a:srgbClr val="003366"/>
                </a:solidFill>
              </a:rPr>
            </a:br>
            <a:r>
              <a:rPr lang="en-US" altLang="pt-BR" sz="4400">
                <a:solidFill>
                  <a:srgbClr val="003366"/>
                </a:solidFill>
              </a:rPr>
              <a:t>Orientada</a:t>
            </a:r>
            <a:r>
              <a:rPr lang="en-US" altLang="pt-BR" sz="4400" dirty="0">
                <a:solidFill>
                  <a:srgbClr val="003366"/>
                </a:solidFill>
              </a:rPr>
              <a:t> a </a:t>
            </a:r>
            <a:r>
              <a:rPr lang="en-US" altLang="pt-BR" sz="4400" dirty="0" err="1">
                <a:solidFill>
                  <a:srgbClr val="003366"/>
                </a:solidFill>
              </a:rPr>
              <a:t>Objetos</a:t>
            </a:r>
            <a:endParaRPr lang="en-US" altLang="pt-BR" sz="4400" dirty="0">
              <a:solidFill>
                <a:srgbClr val="003366"/>
              </a:solidFill>
            </a:endParaRPr>
          </a:p>
        </p:txBody>
      </p:sp>
      <p:sp>
        <p:nvSpPr>
          <p:cNvPr id="3075" name="Text Box 1"/>
          <p:cNvSpPr txBox="1">
            <a:spLocks noChangeArrowheads="1"/>
          </p:cNvSpPr>
          <p:nvPr/>
        </p:nvSpPr>
        <p:spPr bwMode="auto">
          <a:xfrm>
            <a:off x="1000125" y="4286250"/>
            <a:ext cx="7772400" cy="126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pt-BR" sz="4400" dirty="0">
                <a:solidFill>
                  <a:srgbClr val="003366"/>
                </a:solidFill>
              </a:rPr>
              <a:t>- this -</a:t>
            </a:r>
          </a:p>
        </p:txBody>
      </p:sp>
    </p:spTree>
    <p:extLst>
      <p:ext uri="{BB962C8B-B14F-4D97-AF65-F5344CB8AC3E}">
        <p14:creationId xmlns:p14="http://schemas.microsoft.com/office/powerpoint/2010/main" val="10976691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en-US" altLang="pt-BR" sz="6000" dirty="0">
                <a:solidFill>
                  <a:srgbClr val="003366"/>
                </a:solidFill>
              </a:rPr>
              <a:t>this</a:t>
            </a: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1142976" y="1928802"/>
            <a:ext cx="7772400" cy="2828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723900" indent="-722313"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marL="0" indent="1588" algn="just">
              <a:spcBef>
                <a:spcPts val="600"/>
              </a:spcBef>
              <a:buClrTx/>
              <a:buSzPct val="70000"/>
              <a:buFontTx/>
              <a:buNone/>
            </a:pPr>
            <a:r>
              <a:rPr lang="en-US" altLang="pt-BR" sz="3500" dirty="0">
                <a:solidFill>
                  <a:srgbClr val="000000"/>
                </a:solidFill>
              </a:rPr>
              <a:t>É um </a:t>
            </a:r>
            <a:r>
              <a:rPr lang="en-US" altLang="pt-BR" sz="3500" dirty="0" err="1">
                <a:solidFill>
                  <a:srgbClr val="000000"/>
                </a:solidFill>
              </a:rPr>
              <a:t>ponteiro</a:t>
            </a:r>
            <a:r>
              <a:rPr lang="en-US" altLang="pt-BR" sz="3500" dirty="0">
                <a:solidFill>
                  <a:srgbClr val="000000"/>
                </a:solidFill>
              </a:rPr>
              <a:t> </a:t>
            </a:r>
            <a:r>
              <a:rPr lang="en-US" altLang="pt-BR" sz="3500" b="1" dirty="0" err="1">
                <a:solidFill>
                  <a:schemeClr val="accent6">
                    <a:lumMod val="75000"/>
                  </a:schemeClr>
                </a:solidFill>
              </a:rPr>
              <a:t>pré-definido</a:t>
            </a:r>
            <a:r>
              <a:rPr lang="en-US" altLang="pt-BR" sz="3500" dirty="0">
                <a:solidFill>
                  <a:srgbClr val="000000"/>
                </a:solidFill>
              </a:rPr>
              <a:t> </a:t>
            </a:r>
            <a:r>
              <a:rPr lang="en-US" altLang="pt-BR" sz="3500" dirty="0" err="1">
                <a:solidFill>
                  <a:srgbClr val="000000"/>
                </a:solidFill>
              </a:rPr>
              <a:t>que</a:t>
            </a:r>
            <a:r>
              <a:rPr lang="en-US" altLang="pt-BR" sz="3500" dirty="0">
                <a:solidFill>
                  <a:srgbClr val="000000"/>
                </a:solidFill>
              </a:rPr>
              <a:t> </a:t>
            </a:r>
            <a:r>
              <a:rPr lang="en-US" altLang="pt-BR" sz="3500" dirty="0" err="1">
                <a:solidFill>
                  <a:srgbClr val="000000"/>
                </a:solidFill>
              </a:rPr>
              <a:t>aponta</a:t>
            </a:r>
            <a:r>
              <a:rPr lang="en-US" altLang="pt-BR" sz="3500" dirty="0">
                <a:solidFill>
                  <a:srgbClr val="000000"/>
                </a:solidFill>
              </a:rPr>
              <a:t> </a:t>
            </a:r>
            <a:r>
              <a:rPr lang="en-US" altLang="pt-BR" sz="3500" dirty="0" err="1">
                <a:solidFill>
                  <a:srgbClr val="000000"/>
                </a:solidFill>
              </a:rPr>
              <a:t>para</a:t>
            </a:r>
            <a:r>
              <a:rPr lang="en-US" altLang="pt-BR" sz="3500" dirty="0">
                <a:solidFill>
                  <a:srgbClr val="000000"/>
                </a:solidFill>
              </a:rPr>
              <a:t> o </a:t>
            </a:r>
            <a:r>
              <a:rPr lang="en-US" altLang="pt-BR" sz="3500" b="1" u="sng" dirty="0" err="1">
                <a:solidFill>
                  <a:srgbClr val="000000"/>
                </a:solidFill>
                <a:highlight>
                  <a:srgbClr val="FFFF00"/>
                </a:highlight>
              </a:rPr>
              <a:t>objeto</a:t>
            </a:r>
            <a:r>
              <a:rPr lang="en-US" altLang="pt-BR" sz="3500" b="1" u="sng" dirty="0">
                <a:solidFill>
                  <a:srgbClr val="000000"/>
                </a:solidFill>
                <a:highlight>
                  <a:srgbClr val="FFFF00"/>
                </a:highlight>
              </a:rPr>
              <a:t>  </a:t>
            </a:r>
            <a:r>
              <a:rPr lang="en-US" altLang="pt-BR" sz="3500" b="1" u="sng" dirty="0" err="1">
                <a:solidFill>
                  <a:srgbClr val="000000"/>
                </a:solidFill>
                <a:highlight>
                  <a:srgbClr val="FFFF00"/>
                </a:highlight>
              </a:rPr>
              <a:t>corrente</a:t>
            </a:r>
            <a:r>
              <a:rPr lang="en-US" altLang="pt-BR" sz="3500" dirty="0">
                <a:solidFill>
                  <a:srgbClr val="000000"/>
                </a:solidFill>
              </a:rPr>
              <a:t>, </a:t>
            </a:r>
            <a:r>
              <a:rPr lang="en-US" altLang="pt-BR" sz="3500" dirty="0" err="1">
                <a:solidFill>
                  <a:srgbClr val="000000"/>
                </a:solidFill>
              </a:rPr>
              <a:t>ou</a:t>
            </a:r>
            <a:r>
              <a:rPr lang="en-US" altLang="pt-BR" sz="3500" dirty="0">
                <a:solidFill>
                  <a:srgbClr val="000000"/>
                </a:solidFill>
              </a:rPr>
              <a:t> </a:t>
            </a:r>
            <a:r>
              <a:rPr lang="en-US" altLang="pt-BR" sz="3500" dirty="0" err="1">
                <a:solidFill>
                  <a:srgbClr val="000000"/>
                </a:solidFill>
              </a:rPr>
              <a:t>seja</a:t>
            </a:r>
            <a:r>
              <a:rPr lang="en-US" altLang="pt-BR" sz="3500" dirty="0">
                <a:solidFill>
                  <a:srgbClr val="000000"/>
                </a:solidFill>
              </a:rPr>
              <a:t>, o </a:t>
            </a:r>
            <a:r>
              <a:rPr lang="en-US" altLang="pt-BR" sz="3500" dirty="0" err="1">
                <a:solidFill>
                  <a:srgbClr val="000000"/>
                </a:solidFill>
              </a:rPr>
              <a:t>objeto</a:t>
            </a:r>
            <a:r>
              <a:rPr lang="en-US" altLang="pt-BR" sz="3500" dirty="0">
                <a:solidFill>
                  <a:srgbClr val="000000"/>
                </a:solidFill>
              </a:rPr>
              <a:t> </a:t>
            </a:r>
            <a:r>
              <a:rPr lang="en-US" altLang="pt-BR" sz="3500" dirty="0" err="1">
                <a:solidFill>
                  <a:srgbClr val="000000"/>
                </a:solidFill>
              </a:rPr>
              <a:t>que</a:t>
            </a:r>
            <a:r>
              <a:rPr lang="en-US" altLang="pt-BR" sz="3500" dirty="0">
                <a:solidFill>
                  <a:srgbClr val="000000"/>
                </a:solidFill>
              </a:rPr>
              <a:t> </a:t>
            </a:r>
            <a:r>
              <a:rPr lang="en-US" altLang="pt-BR" sz="3500" dirty="0" err="1">
                <a:solidFill>
                  <a:srgbClr val="000000"/>
                </a:solidFill>
              </a:rPr>
              <a:t>está</a:t>
            </a:r>
            <a:r>
              <a:rPr lang="en-US" altLang="pt-BR" sz="3500" dirty="0">
                <a:solidFill>
                  <a:srgbClr val="000000"/>
                </a:solidFill>
              </a:rPr>
              <a:t> </a:t>
            </a:r>
            <a:r>
              <a:rPr lang="en-US" altLang="pt-BR" sz="3500" dirty="0" err="1">
                <a:solidFill>
                  <a:srgbClr val="000000"/>
                </a:solidFill>
              </a:rPr>
              <a:t>executando</a:t>
            </a:r>
            <a:r>
              <a:rPr lang="en-US" altLang="pt-BR" sz="3500" dirty="0">
                <a:solidFill>
                  <a:srgbClr val="000000"/>
                </a:solidFill>
              </a:rPr>
              <a:t> um </a:t>
            </a:r>
            <a:r>
              <a:rPr lang="en-US" altLang="pt-BR" sz="3500" dirty="0" err="1">
                <a:solidFill>
                  <a:srgbClr val="000000"/>
                </a:solidFill>
              </a:rPr>
              <a:t>determinado</a:t>
            </a:r>
            <a:r>
              <a:rPr lang="en-US" altLang="pt-BR" sz="3500" dirty="0">
                <a:solidFill>
                  <a:srgbClr val="000000"/>
                </a:solidFill>
              </a:rPr>
              <a:t> </a:t>
            </a:r>
            <a:r>
              <a:rPr lang="en-US" altLang="pt-BR" sz="3500" b="1" u="sng" dirty="0" err="1">
                <a:solidFill>
                  <a:srgbClr val="000000"/>
                </a:solidFill>
                <a:highlight>
                  <a:srgbClr val="FFFF00"/>
                </a:highlight>
              </a:rPr>
              <a:t>método</a:t>
            </a:r>
            <a:r>
              <a:rPr lang="en-US" altLang="pt-BR" sz="3500" dirty="0">
                <a:solidFill>
                  <a:srgbClr val="000000"/>
                </a:solidFill>
              </a:rPr>
              <a:t> </a:t>
            </a:r>
            <a:r>
              <a:rPr lang="en-US" altLang="pt-BR" sz="3500" dirty="0" err="1">
                <a:solidFill>
                  <a:srgbClr val="000000"/>
                </a:solidFill>
              </a:rPr>
              <a:t>durante</a:t>
            </a:r>
            <a:r>
              <a:rPr lang="en-US" altLang="pt-BR" sz="3500" dirty="0">
                <a:solidFill>
                  <a:srgbClr val="000000"/>
                </a:solidFill>
              </a:rPr>
              <a:t> a </a:t>
            </a:r>
            <a:r>
              <a:rPr lang="en-US" altLang="pt-BR" sz="3500" dirty="0" err="1">
                <a:solidFill>
                  <a:srgbClr val="000000"/>
                </a:solidFill>
              </a:rPr>
              <a:t>execução</a:t>
            </a:r>
            <a:r>
              <a:rPr lang="en-US" altLang="pt-BR" sz="3500" dirty="0">
                <a:solidFill>
                  <a:srgbClr val="000000"/>
                </a:solidFill>
              </a:rPr>
              <a:t> do </a:t>
            </a:r>
            <a:r>
              <a:rPr lang="en-US" altLang="pt-BR" sz="3500" dirty="0" err="1">
                <a:solidFill>
                  <a:srgbClr val="000000"/>
                </a:solidFill>
              </a:rPr>
              <a:t>código</a:t>
            </a:r>
            <a:r>
              <a:rPr lang="en-US" altLang="pt-BR" sz="3500" dirty="0">
                <a:solidFill>
                  <a:srgbClr val="000000"/>
                </a:solidFill>
              </a:rPr>
              <a:t> </a:t>
            </a:r>
            <a:r>
              <a:rPr lang="en-US" altLang="pt-BR" sz="3500" dirty="0" err="1">
                <a:solidFill>
                  <a:srgbClr val="000000"/>
                </a:solidFill>
              </a:rPr>
              <a:t>da</a:t>
            </a:r>
            <a:r>
              <a:rPr lang="en-US" altLang="pt-BR" sz="3500" dirty="0">
                <a:solidFill>
                  <a:srgbClr val="000000"/>
                </a:solidFill>
              </a:rPr>
              <a:t> </a:t>
            </a:r>
            <a:r>
              <a:rPr lang="en-US" altLang="pt-BR" sz="3500" dirty="0" err="1">
                <a:solidFill>
                  <a:srgbClr val="000000"/>
                </a:solidFill>
              </a:rPr>
              <a:t>aplicação</a:t>
            </a:r>
            <a:r>
              <a:rPr lang="en-US" altLang="pt-BR" sz="35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97146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928688" y="620688"/>
            <a:ext cx="7772400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723900" indent="-722313"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293813" algn="l"/>
                <a:tab pos="2208213" algn="l"/>
                <a:tab pos="3122613" algn="l"/>
                <a:tab pos="4037013" algn="l"/>
                <a:tab pos="4951413" algn="l"/>
                <a:tab pos="5865813" algn="l"/>
                <a:tab pos="6780213" algn="l"/>
                <a:tab pos="7694613" algn="l"/>
                <a:tab pos="8609013" algn="l"/>
                <a:tab pos="9523413" algn="l"/>
                <a:tab pos="104378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marL="0" indent="1588" algn="just">
              <a:spcBef>
                <a:spcPts val="600"/>
              </a:spcBef>
              <a:buClrTx/>
              <a:buSzPct val="70000"/>
              <a:buFontTx/>
              <a:buNone/>
            </a:pPr>
            <a:r>
              <a:rPr lang="en-US" altLang="pt-BR" dirty="0">
                <a:solidFill>
                  <a:srgbClr val="000000"/>
                </a:solidFill>
              </a:rPr>
              <a:t>O </a:t>
            </a:r>
            <a:r>
              <a:rPr lang="en-US" altLang="pt-BR" dirty="0" err="1">
                <a:solidFill>
                  <a:srgbClr val="000000"/>
                </a:solidFill>
              </a:rPr>
              <a:t>ponteiro</a:t>
            </a:r>
            <a:r>
              <a:rPr lang="en-US" altLang="pt-BR" dirty="0">
                <a:solidFill>
                  <a:srgbClr val="000000"/>
                </a:solidFill>
              </a:rPr>
              <a:t> this </a:t>
            </a:r>
            <a:r>
              <a:rPr lang="en-US" altLang="pt-BR" dirty="0" err="1">
                <a:solidFill>
                  <a:srgbClr val="000000"/>
                </a:solidFill>
              </a:rPr>
              <a:t>pode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ser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utilizado</a:t>
            </a:r>
            <a:r>
              <a:rPr lang="en-US" altLang="pt-BR" dirty="0">
                <a:solidFill>
                  <a:srgbClr val="000000"/>
                </a:solidFill>
              </a:rPr>
              <a:t> para </a:t>
            </a:r>
            <a:r>
              <a:rPr lang="en-US" altLang="pt-BR" dirty="0" err="1">
                <a:solidFill>
                  <a:srgbClr val="000000"/>
                </a:solidFill>
              </a:rPr>
              <a:t>diferenciar</a:t>
            </a:r>
            <a:r>
              <a:rPr lang="en-US" altLang="pt-BR" dirty="0">
                <a:solidFill>
                  <a:srgbClr val="000000"/>
                </a:solidFill>
              </a:rPr>
              <a:t> um </a:t>
            </a:r>
            <a:r>
              <a:rPr lang="en-US" altLang="pt-BR" dirty="0" err="1">
                <a:solidFill>
                  <a:srgbClr val="000000"/>
                </a:solidFill>
              </a:rPr>
              <a:t>atributo</a:t>
            </a:r>
            <a:r>
              <a:rPr lang="en-US" altLang="pt-BR" dirty="0">
                <a:solidFill>
                  <a:srgbClr val="000000"/>
                </a:solidFill>
              </a:rPr>
              <a:t>  de um </a:t>
            </a:r>
            <a:r>
              <a:rPr lang="en-US" altLang="pt-BR" dirty="0" err="1">
                <a:solidFill>
                  <a:srgbClr val="000000"/>
                </a:solidFill>
              </a:rPr>
              <a:t>parâmetro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quando</a:t>
            </a:r>
            <a:r>
              <a:rPr lang="en-US" altLang="pt-BR" dirty="0">
                <a:solidFill>
                  <a:srgbClr val="000000"/>
                </a:solidFill>
              </a:rPr>
              <a:t> ambos </a:t>
            </a:r>
            <a:r>
              <a:rPr lang="en-US" altLang="pt-BR" dirty="0" err="1">
                <a:solidFill>
                  <a:srgbClr val="000000"/>
                </a:solidFill>
              </a:rPr>
              <a:t>forem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identificados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pelo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mesmo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nome</a:t>
            </a:r>
            <a:r>
              <a:rPr lang="en-US" altLang="pt-BR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47912" y="2593974"/>
            <a:ext cx="8172995" cy="1692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099711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/>
          <p:cNvSpPr txBox="1">
            <a:spLocks noChangeArrowheads="1"/>
          </p:cNvSpPr>
          <p:nvPr/>
        </p:nvSpPr>
        <p:spPr bwMode="auto">
          <a:xfrm>
            <a:off x="1173163" y="714375"/>
            <a:ext cx="7772400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600"/>
              </a:spcBef>
              <a:buClrTx/>
              <a:buSzPct val="70000"/>
              <a:buFontTx/>
              <a:buNone/>
            </a:pPr>
            <a:r>
              <a:rPr lang="en-US" altLang="pt-BR" dirty="0">
                <a:solidFill>
                  <a:srgbClr val="000000"/>
                </a:solidFill>
              </a:rPr>
              <a:t>O </a:t>
            </a:r>
            <a:r>
              <a:rPr lang="en-US" altLang="pt-BR" dirty="0" err="1">
                <a:solidFill>
                  <a:srgbClr val="000000"/>
                </a:solidFill>
              </a:rPr>
              <a:t>ponteiro</a:t>
            </a:r>
            <a:r>
              <a:rPr lang="en-US" altLang="pt-BR" dirty="0">
                <a:solidFill>
                  <a:srgbClr val="000000"/>
                </a:solidFill>
              </a:rPr>
              <a:t> this </a:t>
            </a:r>
            <a:r>
              <a:rPr lang="en-US" altLang="pt-BR" dirty="0" err="1">
                <a:solidFill>
                  <a:srgbClr val="000000"/>
                </a:solidFill>
              </a:rPr>
              <a:t>pode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ser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utilizado</a:t>
            </a:r>
            <a:r>
              <a:rPr lang="en-US" altLang="pt-BR" dirty="0">
                <a:solidFill>
                  <a:srgbClr val="000000"/>
                </a:solidFill>
              </a:rPr>
              <a:t> para </a:t>
            </a:r>
            <a:r>
              <a:rPr lang="en-US" altLang="pt-BR" dirty="0" err="1">
                <a:solidFill>
                  <a:srgbClr val="000000"/>
                </a:solidFill>
              </a:rPr>
              <a:t>simplificar</a:t>
            </a:r>
            <a:r>
              <a:rPr lang="en-US" altLang="pt-BR" dirty="0">
                <a:solidFill>
                  <a:srgbClr val="000000"/>
                </a:solidFill>
              </a:rPr>
              <a:t> a </a:t>
            </a:r>
            <a:r>
              <a:rPr lang="en-US" altLang="pt-BR" dirty="0" err="1">
                <a:solidFill>
                  <a:srgbClr val="000000"/>
                </a:solidFill>
              </a:rPr>
              <a:t>ligação</a:t>
            </a:r>
            <a:r>
              <a:rPr lang="en-US" altLang="pt-BR" dirty="0">
                <a:solidFill>
                  <a:srgbClr val="000000"/>
                </a:solidFill>
              </a:rPr>
              <a:t> entre </a:t>
            </a:r>
            <a:r>
              <a:rPr lang="en-US" altLang="pt-BR" dirty="0" err="1">
                <a:solidFill>
                  <a:srgbClr val="000000"/>
                </a:solidFill>
              </a:rPr>
              <a:t>objetos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que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fazem</a:t>
            </a:r>
            <a:r>
              <a:rPr lang="en-US" altLang="pt-BR" dirty="0">
                <a:solidFill>
                  <a:srgbClr val="000000"/>
                </a:solidFill>
              </a:rPr>
              <a:t> parte de </a:t>
            </a:r>
            <a:r>
              <a:rPr lang="en-US" altLang="pt-BR" dirty="0" err="1">
                <a:solidFill>
                  <a:srgbClr val="000000"/>
                </a:solidFill>
              </a:rPr>
              <a:t>uma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associação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binária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bidirecional</a:t>
            </a:r>
            <a:r>
              <a:rPr lang="en-US" altLang="pt-BR" dirty="0">
                <a:solidFill>
                  <a:srgbClr val="000000"/>
                </a:solidFill>
              </a:rPr>
              <a:t>.</a:t>
            </a:r>
          </a:p>
        </p:txBody>
      </p:sp>
      <p:grpSp>
        <p:nvGrpSpPr>
          <p:cNvPr id="7171" name="Group 2"/>
          <p:cNvGrpSpPr>
            <a:grpSpLocks/>
          </p:cNvGrpSpPr>
          <p:nvPr/>
        </p:nvGrpSpPr>
        <p:grpSpPr bwMode="auto">
          <a:xfrm>
            <a:off x="1998663" y="2244725"/>
            <a:ext cx="5453657" cy="541338"/>
            <a:chOff x="1259" y="1414"/>
            <a:chExt cx="3185" cy="254"/>
          </a:xfrm>
        </p:grpSpPr>
        <p:sp>
          <p:nvSpPr>
            <p:cNvPr id="7174" name="Text Box 3"/>
            <p:cNvSpPr txBox="1">
              <a:spLocks noChangeArrowheads="1"/>
            </p:cNvSpPr>
            <p:nvPr/>
          </p:nvSpPr>
          <p:spPr bwMode="auto">
            <a:xfrm>
              <a:off x="1259" y="1434"/>
              <a:ext cx="960" cy="234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pt-BR" altLang="pt-BR" sz="1800" dirty="0" err="1">
                  <a:solidFill>
                    <a:srgbClr val="000000"/>
                  </a:solidFill>
                </a:rPr>
                <a:t>Funcionario</a:t>
              </a:r>
              <a:endParaRPr lang="pt-BR" altLang="pt-BR" sz="1800" dirty="0">
                <a:solidFill>
                  <a:srgbClr val="000000"/>
                </a:solidFill>
              </a:endParaRPr>
            </a:p>
          </p:txBody>
        </p:sp>
        <p:sp>
          <p:nvSpPr>
            <p:cNvPr id="7175" name="Text Box 4"/>
            <p:cNvSpPr txBox="1">
              <a:spLocks noChangeArrowheads="1"/>
            </p:cNvSpPr>
            <p:nvPr/>
          </p:nvSpPr>
          <p:spPr bwMode="auto">
            <a:xfrm>
              <a:off x="3282" y="1434"/>
              <a:ext cx="1162" cy="234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pt-BR" altLang="pt-BR" sz="1800" dirty="0">
                  <a:solidFill>
                    <a:srgbClr val="000000"/>
                  </a:solidFill>
                </a:rPr>
                <a:t>Departamento</a:t>
              </a:r>
            </a:p>
          </p:txBody>
        </p:sp>
        <p:sp>
          <p:nvSpPr>
            <p:cNvPr id="7176" name="Line 5"/>
            <p:cNvSpPr>
              <a:spLocks noChangeShapeType="1"/>
            </p:cNvSpPr>
            <p:nvPr/>
          </p:nvSpPr>
          <p:spPr bwMode="auto">
            <a:xfrm>
              <a:off x="2219" y="1579"/>
              <a:ext cx="1061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77" name="Text Box 6"/>
            <p:cNvSpPr txBox="1">
              <a:spLocks noChangeArrowheads="1"/>
            </p:cNvSpPr>
            <p:nvPr/>
          </p:nvSpPr>
          <p:spPr bwMode="auto">
            <a:xfrm>
              <a:off x="2193" y="1415"/>
              <a:ext cx="3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pt-BR" altLang="pt-BR" sz="1400" dirty="0">
                  <a:solidFill>
                    <a:srgbClr val="000000"/>
                  </a:solidFill>
                </a:rPr>
                <a:t>1.. *</a:t>
              </a:r>
            </a:p>
          </p:txBody>
        </p:sp>
        <p:sp>
          <p:nvSpPr>
            <p:cNvPr id="7178" name="Text Box 7"/>
            <p:cNvSpPr txBox="1">
              <a:spLocks noChangeArrowheads="1"/>
            </p:cNvSpPr>
            <p:nvPr/>
          </p:nvSpPr>
          <p:spPr bwMode="auto">
            <a:xfrm>
              <a:off x="3123" y="1414"/>
              <a:ext cx="20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pt-BR" altLang="pt-BR" sz="1400">
                  <a:solidFill>
                    <a:srgbClr val="000000"/>
                  </a:solidFill>
                </a:rPr>
                <a:t>1</a:t>
              </a:r>
            </a:p>
          </p:txBody>
        </p:sp>
      </p:grpSp>
      <p:sp>
        <p:nvSpPr>
          <p:cNvPr id="7172" name="AutoShape 8"/>
          <p:cNvSpPr>
            <a:spLocks noChangeArrowheads="1"/>
          </p:cNvSpPr>
          <p:nvPr/>
        </p:nvSpPr>
        <p:spPr bwMode="auto">
          <a:xfrm>
            <a:off x="4286250" y="2786063"/>
            <a:ext cx="428625" cy="71437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360" cap="sq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 altLang="pt-BR"/>
          </a:p>
        </p:txBody>
      </p:sp>
      <p:sp>
        <p:nvSpPr>
          <p:cNvPr id="7173" name="Text Box 9"/>
          <p:cNvSpPr txBox="1">
            <a:spLocks noChangeArrowheads="1"/>
          </p:cNvSpPr>
          <p:nvPr/>
        </p:nvSpPr>
        <p:spPr bwMode="auto">
          <a:xfrm>
            <a:off x="1403648" y="4163594"/>
            <a:ext cx="7308031" cy="137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r>
              <a:rPr lang="pt-BR" altLang="pt-BR" sz="28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funchor.setDepartamento</a:t>
            </a:r>
            <a:r>
              <a:rPr lang="pt-BR" altLang="pt-BR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(objDep1);  </a:t>
            </a:r>
          </a:p>
          <a:p>
            <a:endParaRPr lang="pt-BR" altLang="pt-BR" sz="2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altLang="pt-BR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objDep1.addFuncionario(</a:t>
            </a:r>
            <a:r>
              <a:rPr lang="pt-BR" altLang="pt-BR" sz="28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funchor</a:t>
            </a:r>
            <a:r>
              <a:rPr lang="pt-BR" altLang="pt-BR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292924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1143000" y="214290"/>
            <a:ext cx="7772400" cy="285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indent="53181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600"/>
              </a:spcBef>
              <a:buClrTx/>
              <a:buSzPct val="70000"/>
              <a:buFontTx/>
              <a:buNone/>
            </a:pPr>
            <a:r>
              <a:rPr lang="en-US" altLang="pt-BR" dirty="0">
                <a:solidFill>
                  <a:srgbClr val="000000"/>
                </a:solidFill>
              </a:rPr>
              <a:t>Para </a:t>
            </a:r>
            <a:r>
              <a:rPr lang="en-US" altLang="pt-BR" dirty="0" err="1">
                <a:solidFill>
                  <a:srgbClr val="000000"/>
                </a:solidFill>
              </a:rPr>
              <a:t>simplificar</a:t>
            </a:r>
            <a:r>
              <a:rPr lang="en-US" altLang="pt-BR" dirty="0">
                <a:solidFill>
                  <a:srgbClr val="000000"/>
                </a:solidFill>
              </a:rPr>
              <a:t> a </a:t>
            </a:r>
            <a:r>
              <a:rPr lang="en-US" altLang="pt-BR" dirty="0" err="1">
                <a:solidFill>
                  <a:srgbClr val="000000"/>
                </a:solidFill>
              </a:rPr>
              <a:t>utilização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da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associação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binária</a:t>
            </a:r>
            <a:r>
              <a:rPr lang="en-US" altLang="pt-BR" dirty="0">
                <a:solidFill>
                  <a:srgbClr val="000000"/>
                </a:solidFill>
              </a:rPr>
              <a:t> entre a </a:t>
            </a:r>
            <a:r>
              <a:rPr lang="en-US" altLang="pt-BR" dirty="0" err="1">
                <a:solidFill>
                  <a:srgbClr val="000000"/>
                </a:solidFill>
              </a:rPr>
              <a:t>classe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Departamento</a:t>
            </a:r>
            <a:r>
              <a:rPr lang="en-US" altLang="pt-BR" dirty="0">
                <a:solidFill>
                  <a:srgbClr val="000000"/>
                </a:solidFill>
              </a:rPr>
              <a:t> e </a:t>
            </a:r>
            <a:r>
              <a:rPr lang="en-US" altLang="pt-BR" dirty="0" err="1">
                <a:solidFill>
                  <a:srgbClr val="000000"/>
                </a:solidFill>
              </a:rPr>
              <a:t>Funcionario</a:t>
            </a:r>
            <a:r>
              <a:rPr lang="en-US" altLang="pt-BR" dirty="0">
                <a:solidFill>
                  <a:srgbClr val="000000"/>
                </a:solidFill>
              </a:rPr>
              <a:t> é </a:t>
            </a:r>
            <a:r>
              <a:rPr lang="en-US" altLang="pt-BR" dirty="0" err="1">
                <a:solidFill>
                  <a:srgbClr val="000000"/>
                </a:solidFill>
              </a:rPr>
              <a:t>necessário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inserir</a:t>
            </a:r>
            <a:r>
              <a:rPr lang="en-US" altLang="pt-BR" dirty="0">
                <a:solidFill>
                  <a:srgbClr val="000000"/>
                </a:solidFill>
              </a:rPr>
              <a:t> no </a:t>
            </a:r>
            <a:r>
              <a:rPr lang="en-US" altLang="pt-BR" dirty="0" err="1">
                <a:solidFill>
                  <a:srgbClr val="000000"/>
                </a:solidFill>
              </a:rPr>
              <a:t>método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b="1" dirty="0" err="1">
                <a:solidFill>
                  <a:srgbClr val="000000"/>
                </a:solidFill>
              </a:rPr>
              <a:t>addFuncionario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implementado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na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classe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Departamento</a:t>
            </a:r>
            <a:r>
              <a:rPr lang="en-US" altLang="pt-BR" dirty="0">
                <a:solidFill>
                  <a:srgbClr val="000000"/>
                </a:solidFill>
              </a:rPr>
              <a:t> a </a:t>
            </a:r>
            <a:r>
              <a:rPr lang="en-US" altLang="pt-BR" dirty="0" err="1">
                <a:solidFill>
                  <a:srgbClr val="000000"/>
                </a:solidFill>
              </a:rPr>
              <a:t>instrução</a:t>
            </a:r>
            <a:r>
              <a:rPr lang="en-US" altLang="pt-BR" dirty="0">
                <a:solidFill>
                  <a:srgbClr val="000000"/>
                </a:solidFill>
              </a:rPr>
              <a:t> (</a:t>
            </a:r>
            <a:r>
              <a:rPr lang="en-US" altLang="pt-BR" b="1" dirty="0" err="1">
                <a:solidFill>
                  <a:srgbClr val="007399"/>
                </a:solidFill>
              </a:rPr>
              <a:t>setDepartamento</a:t>
            </a:r>
            <a:r>
              <a:rPr lang="en-US" altLang="pt-BR" b="1" dirty="0">
                <a:solidFill>
                  <a:srgbClr val="007399"/>
                </a:solidFill>
              </a:rPr>
              <a:t>(</a:t>
            </a:r>
            <a:r>
              <a:rPr lang="en-US" altLang="pt-BR" b="1" dirty="0">
                <a:solidFill>
                  <a:srgbClr val="FF0000"/>
                </a:solidFill>
              </a:rPr>
              <a:t>this</a:t>
            </a:r>
            <a:r>
              <a:rPr lang="en-US" altLang="pt-BR" b="1" dirty="0">
                <a:solidFill>
                  <a:srgbClr val="007399"/>
                </a:solidFill>
              </a:rPr>
              <a:t>)</a:t>
            </a:r>
            <a:r>
              <a:rPr lang="en-US" altLang="pt-BR" dirty="0">
                <a:solidFill>
                  <a:srgbClr val="000000"/>
                </a:solidFill>
              </a:rPr>
              <a:t>) </a:t>
            </a:r>
            <a:r>
              <a:rPr lang="en-US" altLang="pt-BR" dirty="0" err="1">
                <a:solidFill>
                  <a:srgbClr val="000000"/>
                </a:solidFill>
              </a:rPr>
              <a:t>que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permite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estabelecer</a:t>
            </a:r>
            <a:r>
              <a:rPr lang="en-US" altLang="pt-BR" dirty="0">
                <a:solidFill>
                  <a:srgbClr val="000000"/>
                </a:solidFill>
              </a:rPr>
              <a:t> a </a:t>
            </a:r>
            <a:r>
              <a:rPr lang="en-US" altLang="pt-BR" dirty="0" err="1">
                <a:solidFill>
                  <a:srgbClr val="000000"/>
                </a:solidFill>
              </a:rPr>
              <a:t>ligação</a:t>
            </a:r>
            <a:r>
              <a:rPr lang="en-US" altLang="pt-BR" dirty="0">
                <a:solidFill>
                  <a:srgbClr val="000000"/>
                </a:solidFill>
              </a:rPr>
              <a:t> entre um </a:t>
            </a:r>
            <a:r>
              <a:rPr lang="en-US" altLang="pt-BR" dirty="0" err="1">
                <a:solidFill>
                  <a:srgbClr val="000000"/>
                </a:solidFill>
              </a:rPr>
              <a:t>objeto</a:t>
            </a:r>
            <a:r>
              <a:rPr lang="en-US" altLang="pt-BR" dirty="0">
                <a:solidFill>
                  <a:srgbClr val="000000"/>
                </a:solidFill>
              </a:rPr>
              <a:t> das </a:t>
            </a:r>
            <a:r>
              <a:rPr lang="en-US" altLang="pt-BR" dirty="0" err="1">
                <a:solidFill>
                  <a:srgbClr val="000000"/>
                </a:solidFill>
              </a:rPr>
              <a:t>respectivas</a:t>
            </a:r>
            <a:r>
              <a:rPr lang="en-US" altLang="pt-BR" dirty="0">
                <a:solidFill>
                  <a:srgbClr val="000000"/>
                </a:solidFill>
              </a:rPr>
              <a:t> subclasses </a:t>
            </a:r>
            <a:r>
              <a:rPr lang="en-US" altLang="pt-BR" dirty="0" err="1">
                <a:solidFill>
                  <a:srgbClr val="000000"/>
                </a:solidFill>
              </a:rPr>
              <a:t>Horista</a:t>
            </a:r>
            <a:r>
              <a:rPr lang="en-US" altLang="pt-BR" dirty="0">
                <a:solidFill>
                  <a:srgbClr val="000000"/>
                </a:solidFill>
              </a:rPr>
              <a:t>, </a:t>
            </a:r>
            <a:r>
              <a:rPr lang="en-US" altLang="pt-BR" dirty="0" err="1">
                <a:solidFill>
                  <a:srgbClr val="000000"/>
                </a:solidFill>
              </a:rPr>
              <a:t>Mensalista</a:t>
            </a:r>
            <a:r>
              <a:rPr lang="en-US" altLang="pt-BR" dirty="0">
                <a:solidFill>
                  <a:srgbClr val="000000"/>
                </a:solidFill>
              </a:rPr>
              <a:t> e </a:t>
            </a:r>
            <a:r>
              <a:rPr lang="en-US" altLang="pt-BR" dirty="0" err="1">
                <a:solidFill>
                  <a:srgbClr val="000000"/>
                </a:solidFill>
              </a:rPr>
              <a:t>Comissionado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da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superclasse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Funcionario</a:t>
            </a:r>
            <a:r>
              <a:rPr lang="en-US" altLang="pt-BR" dirty="0">
                <a:solidFill>
                  <a:srgbClr val="000000"/>
                </a:solidFill>
              </a:rPr>
              <a:t> com um </a:t>
            </a:r>
            <a:r>
              <a:rPr lang="en-US" altLang="pt-BR" dirty="0" err="1">
                <a:solidFill>
                  <a:srgbClr val="000000"/>
                </a:solidFill>
              </a:rPr>
              <a:t>objeto</a:t>
            </a:r>
            <a:r>
              <a:rPr lang="en-US" altLang="pt-BR" dirty="0">
                <a:solidFill>
                  <a:srgbClr val="000000"/>
                </a:solidFill>
              </a:rPr>
              <a:t> da </a:t>
            </a:r>
            <a:r>
              <a:rPr lang="en-US" altLang="pt-BR" dirty="0" err="1">
                <a:solidFill>
                  <a:srgbClr val="000000"/>
                </a:solidFill>
              </a:rPr>
              <a:t>classe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Departamento</a:t>
            </a:r>
            <a:r>
              <a:rPr lang="en-US" altLang="pt-BR" dirty="0">
                <a:solidFill>
                  <a:srgbClr val="000000"/>
                </a:solidFill>
              </a:rPr>
              <a:t>. </a:t>
            </a: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139856" y="3286124"/>
            <a:ext cx="786130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r>
              <a:rPr lang="pt-BR" altLang="pt-BR" b="1" dirty="0" err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alt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b="1" dirty="0" err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alt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addFuncionario</a:t>
            </a:r>
            <a:r>
              <a:rPr lang="pt-BR" alt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Funcionario</a:t>
            </a:r>
            <a:r>
              <a:rPr lang="pt-BR" alt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f){</a:t>
            </a:r>
          </a:p>
          <a:p>
            <a:r>
              <a:rPr lang="pt-BR" alt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pt-BR" altLang="pt-BR" dirty="0" err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funcionarios</a:t>
            </a:r>
            <a:r>
              <a:rPr lang="pt-BR" altLang="pt-BR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pt-BR" alt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(f);</a:t>
            </a:r>
          </a:p>
          <a:p>
            <a:r>
              <a:rPr lang="pt-BR" alt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pt-BR" altLang="pt-BR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f.setDepartamento</a:t>
            </a:r>
            <a:r>
              <a:rPr lang="pt-BR" altLang="pt-BR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b="1" dirty="0" err="1">
                <a:solidFill>
                  <a:srgbClr val="7F0055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pt-BR" altLang="pt-BR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pt-BR" alt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142976" y="5143512"/>
            <a:ext cx="7500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pt-BR" dirty="0">
                <a:solidFill>
                  <a:srgbClr val="000000"/>
                </a:solidFill>
              </a:rPr>
              <a:t>O </a:t>
            </a:r>
            <a:r>
              <a:rPr lang="en-US" altLang="pt-BR" dirty="0" err="1">
                <a:solidFill>
                  <a:srgbClr val="000000"/>
                </a:solidFill>
              </a:rPr>
              <a:t>ponteiro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b="1" dirty="0">
                <a:solidFill>
                  <a:srgbClr val="FF0000"/>
                </a:solidFill>
              </a:rPr>
              <a:t>this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está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apontando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para</a:t>
            </a:r>
            <a:r>
              <a:rPr lang="en-US" altLang="pt-BR" dirty="0">
                <a:solidFill>
                  <a:srgbClr val="000000"/>
                </a:solidFill>
              </a:rPr>
              <a:t> o </a:t>
            </a:r>
            <a:r>
              <a:rPr lang="en-US" altLang="pt-BR" dirty="0" err="1">
                <a:solidFill>
                  <a:srgbClr val="000000"/>
                </a:solidFill>
              </a:rPr>
              <a:t>objeto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corrente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que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neste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caso</a:t>
            </a:r>
            <a:r>
              <a:rPr lang="en-US" altLang="pt-BR" dirty="0">
                <a:solidFill>
                  <a:srgbClr val="000000"/>
                </a:solidFill>
              </a:rPr>
              <a:t> é um </a:t>
            </a:r>
            <a:r>
              <a:rPr lang="en-US" altLang="pt-BR" dirty="0" err="1">
                <a:solidFill>
                  <a:srgbClr val="000000"/>
                </a:solidFill>
              </a:rPr>
              <a:t>objeto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da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classe</a:t>
            </a:r>
            <a:r>
              <a:rPr lang="en-US" altLang="pt-BR" dirty="0">
                <a:solidFill>
                  <a:srgbClr val="000000"/>
                </a:solidFill>
              </a:rPr>
              <a:t> </a:t>
            </a:r>
            <a:r>
              <a:rPr lang="en-US" altLang="pt-BR" dirty="0" err="1">
                <a:solidFill>
                  <a:srgbClr val="000000"/>
                </a:solidFill>
              </a:rPr>
              <a:t>Departamento</a:t>
            </a:r>
            <a:r>
              <a:rPr lang="en-US" altLang="pt-BR" dirty="0">
                <a:solidFill>
                  <a:srgbClr val="000000"/>
                </a:solidFill>
              </a:rPr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14835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o Office">
      <a:majorFont>
        <a:latin typeface="Times New Roman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ea typeface="Microsoft YaHei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ea typeface="Microsoft YaHei" charset="-122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1CF7CAD3336F43B26E249B762A2551" ma:contentTypeVersion="3" ma:contentTypeDescription="Crie um novo documento." ma:contentTypeScope="" ma:versionID="becddeeb878757024d27ed3877adb00d">
  <xsd:schema xmlns:xsd="http://www.w3.org/2001/XMLSchema" xmlns:xs="http://www.w3.org/2001/XMLSchema" xmlns:p="http://schemas.microsoft.com/office/2006/metadata/properties" xmlns:ns2="93ef4152-5b54-4863-b2fe-232a2898b913" targetNamespace="http://schemas.microsoft.com/office/2006/metadata/properties" ma:root="true" ma:fieldsID="ef5903bcf913c8284653ea490ce1a702" ns2:_="">
    <xsd:import namespace="93ef4152-5b54-4863-b2fe-232a2898b9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ef4152-5b54-4863-b2fe-232a2898b9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9BF268-39F7-437F-825C-10C5C00DF0C4}"/>
</file>

<file path=customXml/itemProps2.xml><?xml version="1.0" encoding="utf-8"?>
<ds:datastoreItem xmlns:ds="http://schemas.openxmlformats.org/officeDocument/2006/customXml" ds:itemID="{C23FBC97-CC67-43A6-A0CD-E21AEC64E2D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FB9B7C6-485A-4E78-A228-3E906CBDD1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198</Words>
  <Application>Microsoft Office PowerPoint</Application>
  <PresentationFormat>Apresentação na tela (4:3)</PresentationFormat>
  <Paragraphs>19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Courier New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4 - Usando os Operadores Lógicos</dc:title>
  <dc:creator>Dimas Ferreira Cardoso</dc:creator>
  <cp:lastModifiedBy>Dimas Cardoso</cp:lastModifiedBy>
  <cp:revision>81</cp:revision>
  <cp:lastPrinted>1601-01-01T00:00:00Z</cp:lastPrinted>
  <dcterms:created xsi:type="dcterms:W3CDTF">2001-03-30T19:39:29Z</dcterms:created>
  <dcterms:modified xsi:type="dcterms:W3CDTF">2026-04-13T20:22:44Z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0x010100A91CF7CAD3336F43B26E249B762A2551</vt:lpwstr>
  </property>
</Properties>
</file>