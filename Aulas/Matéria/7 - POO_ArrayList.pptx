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3649" r:id="rId5"/>
  </p:sldMasterIdLst>
  <p:notesMasterIdLst>
    <p:notesMasterId r:id="rId9"/>
  </p:notesMasterIdLst>
  <p:sldIdLst>
    <p:sldId id="256" r:id="rId6"/>
    <p:sldId id="261" r:id="rId7"/>
    <p:sldId id="262" r:id="rId8"/>
  </p:sldIdLst>
  <p:sldSz cx="9144000" cy="6858000" type="screen4x3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858" y="27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695325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416677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828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882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48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EEFB0-67D2-4891-B1F4-B0F34ECECA5F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3228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83BBDA-8915-436B-A3F5-4D07A605C03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164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3D9AD4-FB6A-400A-B71B-F3F094504FA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7969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08412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33975" y="1981200"/>
            <a:ext cx="381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BFCFA9-D003-4C44-B041-A079F96E5FEF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9195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534B59-1A35-464E-9FDA-1541ECFBA7DF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7211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D4EE3-6917-470B-8AD8-C5EEAC8FF38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12429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500F5D-82FC-4482-8C94-EEF9E0B66ECC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13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D50911-BC0B-4EB0-BBFF-07037335DE2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8285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397F0-2415-47B6-B8BE-6982EB05186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0103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0DDBB4-0710-4700-B6F2-7D9265E4EEF9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18650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1512" cy="563721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721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CEE47B-71D9-4B62-8CB0-1779BB535250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4606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BE078-0314-4D8F-8CFE-8393EA48D0A5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7547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F338F8-4FE6-4222-9003-B6218A01CEFE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9415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AD9F58-A411-4B9D-902C-5E5E246385A0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6536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08412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33975" y="1981200"/>
            <a:ext cx="381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07092A-64B9-40DC-8EE1-B9DCDBAC4F51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30133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26AF53-2B7D-46B4-A853-35D464DBCC7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99272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7DD74-4612-4175-BD3C-21C3C882087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13743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500C9-170F-4E92-9BCC-936B6E5E844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3682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1D7DD8-03C0-49AC-B9A4-E21EC830E613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55383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A6639A-86B6-42D9-BB14-A3189169A5A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695664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5E9FB3-2C6D-4DF0-ACE7-B13BC32104A1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06919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1512" cy="563721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721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D8C00-D44E-4EA5-AC79-1F3E47384815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88761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"/>
          <p:cNvGrpSpPr>
            <a:grpSpLocks/>
          </p:cNvGrpSpPr>
          <p:nvPr/>
        </p:nvGrpSpPr>
        <p:grpSpPr bwMode="auto">
          <a:xfrm>
            <a:off x="0" y="-4763"/>
            <a:ext cx="1063625" cy="6856413"/>
            <a:chOff x="0" y="-3"/>
            <a:chExt cx="670" cy="4319"/>
          </a:xfrm>
        </p:grpSpPr>
        <p:grpSp>
          <p:nvGrpSpPr>
            <p:cNvPr id="1032" name="Group 2"/>
            <p:cNvGrpSpPr>
              <a:grpSpLocks/>
            </p:cNvGrpSpPr>
            <p:nvPr/>
          </p:nvGrpSpPr>
          <p:grpSpPr bwMode="auto">
            <a:xfrm>
              <a:off x="26" y="-3"/>
              <a:ext cx="637" cy="4319"/>
              <a:chOff x="26" y="-3"/>
              <a:chExt cx="637" cy="4319"/>
            </a:xfrm>
          </p:grpSpPr>
          <p:sp>
            <p:nvSpPr>
              <p:cNvPr id="1035" name="AutoShape 3"/>
              <p:cNvSpPr>
                <a:spLocks noChangeArrowheads="1"/>
              </p:cNvSpPr>
              <p:nvPr/>
            </p:nvSpPr>
            <p:spPr bwMode="auto">
              <a:xfrm flipH="1">
                <a:off x="37" y="-3"/>
                <a:ext cx="618" cy="4304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25728 h 720"/>
                  <a:gd name="T4" fmla="*/ 382 w 1000"/>
                  <a:gd name="T5" fmla="*/ 25728 h 720"/>
                  <a:gd name="T6" fmla="*/ 382 w 1000"/>
                  <a:gd name="T7" fmla="*/ 0 h 720"/>
                  <a:gd name="T8" fmla="*/ 0 w 1000"/>
                  <a:gd name="T9" fmla="*/ 0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"/>
                  <a:gd name="T16" fmla="*/ 0 h 720"/>
                  <a:gd name="T17" fmla="*/ 1000 w 1000"/>
                  <a:gd name="T18" fmla="*/ 720 h 7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6" name="AutoShape 4"/>
              <p:cNvSpPr>
                <a:spLocks noChangeArrowheads="1"/>
              </p:cNvSpPr>
              <p:nvPr/>
            </p:nvSpPr>
            <p:spPr bwMode="auto">
              <a:xfrm flipH="1">
                <a:off x="35" y="1068"/>
                <a:ext cx="618" cy="31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66 h 317"/>
                  <a:gd name="T4" fmla="*/ 612 w 624"/>
                  <a:gd name="T5" fmla="*/ 266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0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7" name="AutoShape 5"/>
              <p:cNvSpPr>
                <a:spLocks noChangeArrowheads="1"/>
              </p:cNvSpPr>
              <p:nvPr/>
            </p:nvSpPr>
            <p:spPr bwMode="auto">
              <a:xfrm flipH="1">
                <a:off x="37" y="809"/>
                <a:ext cx="618" cy="316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0 h 317"/>
                  <a:gd name="T4" fmla="*/ 612 w 624"/>
                  <a:gd name="T5" fmla="*/ 270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8" name="AutoShape 6"/>
              <p:cNvSpPr>
                <a:spLocks noChangeArrowheads="1"/>
              </p:cNvSpPr>
              <p:nvPr/>
            </p:nvSpPr>
            <p:spPr bwMode="auto">
              <a:xfrm flipH="1">
                <a:off x="37" y="93"/>
                <a:ext cx="618" cy="190"/>
              </a:xfrm>
              <a:custGeom>
                <a:avLst/>
                <a:gdLst>
                  <a:gd name="T0" fmla="*/ 0 w 624"/>
                  <a:gd name="T1" fmla="*/ 14 h 370"/>
                  <a:gd name="T2" fmla="*/ 0 w 624"/>
                  <a:gd name="T3" fmla="*/ 86 h 370"/>
                  <a:gd name="T4" fmla="*/ 612 w 624"/>
                  <a:gd name="T5" fmla="*/ 86 h 370"/>
                  <a:gd name="T6" fmla="*/ 612 w 624"/>
                  <a:gd name="T7" fmla="*/ 14 h 370"/>
                  <a:gd name="T8" fmla="*/ 376 w 624"/>
                  <a:gd name="T9" fmla="*/ 2 h 370"/>
                  <a:gd name="T10" fmla="*/ 0 w 624"/>
                  <a:gd name="T11" fmla="*/ 14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370"/>
                  <a:gd name="T20" fmla="*/ 624 w 624"/>
                  <a:gd name="T21" fmla="*/ 370 h 37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5490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9" name="AutoShape 7"/>
              <p:cNvSpPr>
                <a:spLocks noChangeArrowheads="1"/>
              </p:cNvSpPr>
              <p:nvPr/>
            </p:nvSpPr>
            <p:spPr bwMode="auto">
              <a:xfrm flipH="1">
                <a:off x="35" y="622"/>
                <a:ext cx="618" cy="21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30 h 317"/>
                  <a:gd name="T4" fmla="*/ 612 w 624"/>
                  <a:gd name="T5" fmla="*/ 130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0" name="AutoShape 8"/>
              <p:cNvSpPr>
                <a:spLocks noChangeArrowheads="1"/>
              </p:cNvSpPr>
              <p:nvPr/>
            </p:nvSpPr>
            <p:spPr bwMode="auto">
              <a:xfrm flipH="1">
                <a:off x="36" y="428"/>
                <a:ext cx="618" cy="272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36 w 624"/>
                  <a:gd name="T5" fmla="*/ 240 h 272"/>
                  <a:gd name="T6" fmla="*/ 612 w 624"/>
                  <a:gd name="T7" fmla="*/ 272 h 272"/>
                  <a:gd name="T8" fmla="*/ 612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272"/>
                  <a:gd name="T20" fmla="*/ 624 w 624"/>
                  <a:gd name="T21" fmla="*/ 272 h 27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1" name="AutoShape 9"/>
              <p:cNvSpPr>
                <a:spLocks noChangeArrowheads="1"/>
              </p:cNvSpPr>
              <p:nvPr/>
            </p:nvSpPr>
            <p:spPr bwMode="auto">
              <a:xfrm flipH="1">
                <a:off x="36" y="235"/>
                <a:ext cx="626" cy="235"/>
              </a:xfrm>
              <a:custGeom>
                <a:avLst/>
                <a:gdLst>
                  <a:gd name="T0" fmla="*/ 8 w 632"/>
                  <a:gd name="T1" fmla="*/ 19 h 362"/>
                  <a:gd name="T2" fmla="*/ 8 w 632"/>
                  <a:gd name="T3" fmla="*/ 134 h 362"/>
                  <a:gd name="T4" fmla="*/ 244 w 632"/>
                  <a:gd name="T5" fmla="*/ 134 h 362"/>
                  <a:gd name="T6" fmla="*/ 620 w 632"/>
                  <a:gd name="T7" fmla="*/ 134 h 362"/>
                  <a:gd name="T8" fmla="*/ 620 w 632"/>
                  <a:gd name="T9" fmla="*/ 19 h 362"/>
                  <a:gd name="T10" fmla="*/ 102 w 632"/>
                  <a:gd name="T11" fmla="*/ 19 h 362"/>
                  <a:gd name="T12" fmla="*/ 8 w 632"/>
                  <a:gd name="T13" fmla="*/ 1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2"/>
                  <a:gd name="T22" fmla="*/ 0 h 362"/>
                  <a:gd name="T23" fmla="*/ 632 w 632"/>
                  <a:gd name="T24" fmla="*/ 362 h 36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2" name="AutoShape 10"/>
              <p:cNvSpPr>
                <a:spLocks noChangeArrowheads="1"/>
              </p:cNvSpPr>
              <p:nvPr/>
            </p:nvSpPr>
            <p:spPr bwMode="auto">
              <a:xfrm flipH="1">
                <a:off x="27" y="2479"/>
                <a:ext cx="618" cy="31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66 h 317"/>
                  <a:gd name="T4" fmla="*/ 612 w 624"/>
                  <a:gd name="T5" fmla="*/ 266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0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3" name="AutoShape 11"/>
              <p:cNvSpPr>
                <a:spLocks noChangeArrowheads="1"/>
              </p:cNvSpPr>
              <p:nvPr/>
            </p:nvSpPr>
            <p:spPr bwMode="auto">
              <a:xfrm flipH="1">
                <a:off x="30" y="2227"/>
                <a:ext cx="618" cy="31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66 h 317"/>
                  <a:gd name="T4" fmla="*/ 612 w 624"/>
                  <a:gd name="T5" fmla="*/ 266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4" name="AutoShape 12"/>
              <p:cNvSpPr>
                <a:spLocks noChangeArrowheads="1"/>
              </p:cNvSpPr>
              <p:nvPr/>
            </p:nvSpPr>
            <p:spPr bwMode="auto">
              <a:xfrm flipH="1">
                <a:off x="30" y="1509"/>
                <a:ext cx="618" cy="191"/>
              </a:xfrm>
              <a:custGeom>
                <a:avLst/>
                <a:gdLst>
                  <a:gd name="T0" fmla="*/ 0 w 624"/>
                  <a:gd name="T1" fmla="*/ 14 h 370"/>
                  <a:gd name="T2" fmla="*/ 0 w 624"/>
                  <a:gd name="T3" fmla="*/ 87 h 370"/>
                  <a:gd name="T4" fmla="*/ 612 w 624"/>
                  <a:gd name="T5" fmla="*/ 87 h 370"/>
                  <a:gd name="T6" fmla="*/ 612 w 624"/>
                  <a:gd name="T7" fmla="*/ 14 h 370"/>
                  <a:gd name="T8" fmla="*/ 376 w 624"/>
                  <a:gd name="T9" fmla="*/ 2 h 370"/>
                  <a:gd name="T10" fmla="*/ 0 w 624"/>
                  <a:gd name="T11" fmla="*/ 14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370"/>
                  <a:gd name="T20" fmla="*/ 624 w 624"/>
                  <a:gd name="T21" fmla="*/ 370 h 37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5" name="AutoShape 13"/>
              <p:cNvSpPr>
                <a:spLocks noChangeArrowheads="1"/>
              </p:cNvSpPr>
              <p:nvPr/>
            </p:nvSpPr>
            <p:spPr bwMode="auto">
              <a:xfrm flipH="1">
                <a:off x="30" y="2035"/>
                <a:ext cx="618" cy="218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129 h 317"/>
                  <a:gd name="T4" fmla="*/ 612 w 624"/>
                  <a:gd name="T5" fmla="*/ 129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rgbClr val="E1E1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6" name="AutoShape 14"/>
              <p:cNvSpPr>
                <a:spLocks noChangeArrowheads="1"/>
              </p:cNvSpPr>
              <p:nvPr/>
            </p:nvSpPr>
            <p:spPr bwMode="auto">
              <a:xfrm flipH="1">
                <a:off x="30" y="1846"/>
                <a:ext cx="618" cy="269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66 h 272"/>
                  <a:gd name="T4" fmla="*/ 236 w 624"/>
                  <a:gd name="T5" fmla="*/ 234 h 272"/>
                  <a:gd name="T6" fmla="*/ 612 w 624"/>
                  <a:gd name="T7" fmla="*/ 266 h 272"/>
                  <a:gd name="T8" fmla="*/ 612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272"/>
                  <a:gd name="T20" fmla="*/ 624 w 624"/>
                  <a:gd name="T21" fmla="*/ 272 h 27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7" name="AutoShape 15"/>
              <p:cNvSpPr>
                <a:spLocks noChangeArrowheads="1"/>
              </p:cNvSpPr>
              <p:nvPr/>
            </p:nvSpPr>
            <p:spPr bwMode="auto">
              <a:xfrm flipH="1">
                <a:off x="29" y="1649"/>
                <a:ext cx="626" cy="236"/>
              </a:xfrm>
              <a:custGeom>
                <a:avLst/>
                <a:gdLst>
                  <a:gd name="T0" fmla="*/ 8 w 632"/>
                  <a:gd name="T1" fmla="*/ 19 h 362"/>
                  <a:gd name="T2" fmla="*/ 8 w 632"/>
                  <a:gd name="T3" fmla="*/ 135 h 362"/>
                  <a:gd name="T4" fmla="*/ 244 w 632"/>
                  <a:gd name="T5" fmla="*/ 135 h 362"/>
                  <a:gd name="T6" fmla="*/ 620 w 632"/>
                  <a:gd name="T7" fmla="*/ 135 h 362"/>
                  <a:gd name="T8" fmla="*/ 620 w 632"/>
                  <a:gd name="T9" fmla="*/ 19 h 362"/>
                  <a:gd name="T10" fmla="*/ 102 w 632"/>
                  <a:gd name="T11" fmla="*/ 19 h 362"/>
                  <a:gd name="T12" fmla="*/ 8 w 632"/>
                  <a:gd name="T13" fmla="*/ 1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2"/>
                  <a:gd name="T22" fmla="*/ 0 h 362"/>
                  <a:gd name="T23" fmla="*/ 632 w 632"/>
                  <a:gd name="T24" fmla="*/ 362 h 36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8" name="AutoShape 16"/>
              <p:cNvSpPr>
                <a:spLocks noChangeArrowheads="1"/>
              </p:cNvSpPr>
              <p:nvPr/>
            </p:nvSpPr>
            <p:spPr bwMode="auto">
              <a:xfrm flipH="1">
                <a:off x="30" y="3129"/>
                <a:ext cx="618" cy="31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66 h 317"/>
                  <a:gd name="T4" fmla="*/ 612 w 624"/>
                  <a:gd name="T5" fmla="*/ 266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9" name="AutoShape 17"/>
              <p:cNvSpPr>
                <a:spLocks noChangeArrowheads="1"/>
              </p:cNvSpPr>
              <p:nvPr/>
            </p:nvSpPr>
            <p:spPr bwMode="auto">
              <a:xfrm flipH="1">
                <a:off x="32" y="2870"/>
                <a:ext cx="618" cy="316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0 h 317"/>
                  <a:gd name="T4" fmla="*/ 612 w 624"/>
                  <a:gd name="T5" fmla="*/ 270 h 317"/>
                  <a:gd name="T6" fmla="*/ 61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0" name="AutoShape 18"/>
              <p:cNvSpPr>
                <a:spLocks noChangeArrowheads="1"/>
              </p:cNvSpPr>
              <p:nvPr/>
            </p:nvSpPr>
            <p:spPr bwMode="auto">
              <a:xfrm flipH="1">
                <a:off x="27" y="3568"/>
                <a:ext cx="618" cy="190"/>
              </a:xfrm>
              <a:custGeom>
                <a:avLst/>
                <a:gdLst>
                  <a:gd name="T0" fmla="*/ 0 w 624"/>
                  <a:gd name="T1" fmla="*/ 14 h 370"/>
                  <a:gd name="T2" fmla="*/ 0 w 624"/>
                  <a:gd name="T3" fmla="*/ 86 h 370"/>
                  <a:gd name="T4" fmla="*/ 612 w 624"/>
                  <a:gd name="T5" fmla="*/ 86 h 370"/>
                  <a:gd name="T6" fmla="*/ 612 w 624"/>
                  <a:gd name="T7" fmla="*/ 14 h 370"/>
                  <a:gd name="T8" fmla="*/ 376 w 624"/>
                  <a:gd name="T9" fmla="*/ 2 h 370"/>
                  <a:gd name="T10" fmla="*/ 0 w 624"/>
                  <a:gd name="T11" fmla="*/ 14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370"/>
                  <a:gd name="T20" fmla="*/ 624 w 624"/>
                  <a:gd name="T21" fmla="*/ 370 h 37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E1E1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1" name="AutoShape 19"/>
              <p:cNvSpPr>
                <a:spLocks noChangeArrowheads="1"/>
              </p:cNvSpPr>
              <p:nvPr/>
            </p:nvSpPr>
            <p:spPr bwMode="auto">
              <a:xfrm rot="16200000" flipH="1">
                <a:off x="229" y="3899"/>
                <a:ext cx="217" cy="619"/>
              </a:xfrm>
              <a:custGeom>
                <a:avLst/>
                <a:gdLst>
                  <a:gd name="T0" fmla="*/ 0 w 291"/>
                  <a:gd name="T1" fmla="*/ 612 h 625"/>
                  <a:gd name="T2" fmla="*/ 162 w 291"/>
                  <a:gd name="T3" fmla="*/ 613 h 625"/>
                  <a:gd name="T4" fmla="*/ 162 w 291"/>
                  <a:gd name="T5" fmla="*/ 6 h 625"/>
                  <a:gd name="T6" fmla="*/ 0 w 291"/>
                  <a:gd name="T7" fmla="*/ 0 h 625"/>
                  <a:gd name="T8" fmla="*/ 0 w 291"/>
                  <a:gd name="T9" fmla="*/ 612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1"/>
                  <a:gd name="T16" fmla="*/ 0 h 625"/>
                  <a:gd name="T17" fmla="*/ 291 w 291"/>
                  <a:gd name="T18" fmla="*/ 625 h 6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" name="AutoShape 20"/>
              <p:cNvSpPr>
                <a:spLocks noChangeArrowheads="1"/>
              </p:cNvSpPr>
              <p:nvPr/>
            </p:nvSpPr>
            <p:spPr bwMode="auto">
              <a:xfrm flipH="1">
                <a:off x="26" y="3904"/>
                <a:ext cx="618" cy="269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66 h 272"/>
                  <a:gd name="T4" fmla="*/ 236 w 624"/>
                  <a:gd name="T5" fmla="*/ 234 h 272"/>
                  <a:gd name="T6" fmla="*/ 612 w 624"/>
                  <a:gd name="T7" fmla="*/ 266 h 272"/>
                  <a:gd name="T8" fmla="*/ 612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272"/>
                  <a:gd name="T20" fmla="*/ 624 w 624"/>
                  <a:gd name="T21" fmla="*/ 272 h 27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53" name="AutoShape 21"/>
              <p:cNvSpPr>
                <a:spLocks noChangeArrowheads="1"/>
              </p:cNvSpPr>
              <p:nvPr/>
            </p:nvSpPr>
            <p:spPr bwMode="auto">
              <a:xfrm flipH="1">
                <a:off x="26" y="3709"/>
                <a:ext cx="626" cy="236"/>
              </a:xfrm>
              <a:custGeom>
                <a:avLst/>
                <a:gdLst>
                  <a:gd name="T0" fmla="*/ 8 w 632"/>
                  <a:gd name="T1" fmla="*/ 19 h 362"/>
                  <a:gd name="T2" fmla="*/ 8 w 632"/>
                  <a:gd name="T3" fmla="*/ 135 h 362"/>
                  <a:gd name="T4" fmla="*/ 244 w 632"/>
                  <a:gd name="T5" fmla="*/ 135 h 362"/>
                  <a:gd name="T6" fmla="*/ 620 w 632"/>
                  <a:gd name="T7" fmla="*/ 135 h 362"/>
                  <a:gd name="T8" fmla="*/ 620 w 632"/>
                  <a:gd name="T9" fmla="*/ 19 h 362"/>
                  <a:gd name="T10" fmla="*/ 102 w 632"/>
                  <a:gd name="T11" fmla="*/ 19 h 362"/>
                  <a:gd name="T12" fmla="*/ 8 w 632"/>
                  <a:gd name="T13" fmla="*/ 1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2"/>
                  <a:gd name="T22" fmla="*/ 0 h 362"/>
                  <a:gd name="T23" fmla="*/ 632 w 632"/>
                  <a:gd name="T24" fmla="*/ 362 h 36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1033" name="AutoShape 22"/>
            <p:cNvSpPr>
              <a:spLocks noChangeArrowheads="1"/>
            </p:cNvSpPr>
            <p:nvPr/>
          </p:nvSpPr>
          <p:spPr bwMode="auto">
            <a:xfrm rot="16200000" flipH="1">
              <a:off x="-1954" y="1951"/>
              <a:ext cx="4319" cy="411"/>
            </a:xfrm>
            <a:custGeom>
              <a:avLst/>
              <a:gdLst>
                <a:gd name="T0" fmla="*/ 0 w 5762"/>
                <a:gd name="T1" fmla="*/ 223 h 385"/>
                <a:gd name="T2" fmla="*/ 3237 w 5762"/>
                <a:gd name="T3" fmla="*/ 215 h 385"/>
                <a:gd name="T4" fmla="*/ 3237 w 5762"/>
                <a:gd name="T5" fmla="*/ 4 h 385"/>
                <a:gd name="T6" fmla="*/ 0 w 5762"/>
                <a:gd name="T7" fmla="*/ 0 h 385"/>
                <a:gd name="T8" fmla="*/ 0 w 5762"/>
                <a:gd name="T9" fmla="*/ 223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2"/>
                <a:gd name="T16" fmla="*/ 0 h 385"/>
                <a:gd name="T17" fmla="*/ 5762 w 5762"/>
                <a:gd name="T18" fmla="*/ 385 h 3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rgbClr val="FFFFFF"/>
                </a:gs>
              </a:gsLst>
              <a:lin ang="108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34" name="AutoShape 23"/>
            <p:cNvSpPr>
              <a:spLocks noChangeArrowheads="1"/>
            </p:cNvSpPr>
            <p:nvPr/>
          </p:nvSpPr>
          <p:spPr bwMode="auto">
            <a:xfrm rot="16200000" flipH="1">
              <a:off x="-1582" y="2062"/>
              <a:ext cx="4318" cy="188"/>
            </a:xfrm>
            <a:custGeom>
              <a:avLst/>
              <a:gdLst>
                <a:gd name="T0" fmla="*/ 0 w 5761"/>
                <a:gd name="T1" fmla="*/ 28 h 189"/>
                <a:gd name="T2" fmla="*/ 3236 w 5761"/>
                <a:gd name="T3" fmla="*/ 0 h 189"/>
                <a:gd name="T4" fmla="*/ 3236 w 5761"/>
                <a:gd name="T5" fmla="*/ 187 h 189"/>
                <a:gd name="T6" fmla="*/ 1 w 5761"/>
                <a:gd name="T7" fmla="*/ 187 h 189"/>
                <a:gd name="T8" fmla="*/ 0 w 5761"/>
                <a:gd name="T9" fmla="*/ 28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1"/>
                <a:gd name="T16" fmla="*/ 0 h 189"/>
                <a:gd name="T17" fmla="*/ 5761 w 576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lin ang="108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027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0812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do título</a:t>
            </a:r>
          </a:p>
        </p:txBody>
      </p:sp>
      <p:sp>
        <p:nvSpPr>
          <p:cNvPr id="1028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0812" cy="411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da estrutura de tópicos</a:t>
            </a:r>
          </a:p>
          <a:p>
            <a:pPr lvl="1"/>
            <a:r>
              <a:rPr lang="en-GB" altLang="pt-BR"/>
              <a:t>2.º Nível da estrutura de tópicos</a:t>
            </a:r>
          </a:p>
          <a:p>
            <a:pPr lvl="2"/>
            <a:r>
              <a:rPr lang="en-GB" altLang="pt-BR"/>
              <a:t>3.º Nível da estrutura de tópicos</a:t>
            </a:r>
          </a:p>
          <a:p>
            <a:pPr lvl="3"/>
            <a:r>
              <a:rPr lang="en-GB" altLang="pt-BR"/>
              <a:t>4.º Nível da estrutura de tópicos</a:t>
            </a:r>
          </a:p>
          <a:p>
            <a:pPr lvl="4"/>
            <a:r>
              <a:rPr lang="en-GB" altLang="pt-BR"/>
              <a:t>5.º Nível da estrutura de tópicos</a:t>
            </a:r>
          </a:p>
          <a:p>
            <a:pPr lvl="4"/>
            <a:r>
              <a:rPr lang="en-GB" altLang="pt-BR"/>
              <a:t>6.º Nível da estrutura de tópicos</a:t>
            </a:r>
          </a:p>
          <a:p>
            <a:pPr lvl="4"/>
            <a:r>
              <a:rPr lang="en-GB" altLang="pt-BR"/>
              <a:t>7.º Nível da estrutura de tópicos</a:t>
            </a:r>
          </a:p>
          <a:p>
            <a:pPr lvl="4"/>
            <a:r>
              <a:rPr lang="en-GB" altLang="pt-BR"/>
              <a:t>8.º Nível da estrutura de tópicos</a:t>
            </a:r>
          </a:p>
          <a:p>
            <a:pPr lvl="4"/>
            <a:r>
              <a:rPr lang="en-GB" altLang="pt-BR"/>
              <a:t>9.º Nível da estrutura de tópicos</a:t>
            </a:r>
          </a:p>
        </p:txBody>
      </p:sp>
      <p:sp>
        <p:nvSpPr>
          <p:cNvPr id="1029" name="Text Box 26"/>
          <p:cNvSpPr txBox="1">
            <a:spLocks noChangeArrowheads="1"/>
          </p:cNvSpPr>
          <p:nvPr/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1030" name="Text Box 27"/>
          <p:cNvSpPr txBox="1">
            <a:spLocks noChangeArrowheads="1"/>
          </p:cNvSpPr>
          <p:nvPr/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1052" name="Rectangle 28"/>
          <p:cNvSpPr>
            <a:spLocks noGrp="1" noChangeArrowheads="1"/>
          </p:cNvSpPr>
          <p:nvPr>
            <p:ph type="sldNum"/>
          </p:nvPr>
        </p:nvSpPr>
        <p:spPr bwMode="auto">
          <a:xfrm>
            <a:off x="7010400" y="6248400"/>
            <a:ext cx="1903413" cy="4556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100000"/>
              <a:buFontTx/>
              <a:buNone/>
              <a:defRPr>
                <a:solidFill>
                  <a:srgbClr val="000000"/>
                </a:solidFill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fld id="{2F15173C-8D35-405A-9971-08A3BA3A6589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"/>
          <p:cNvGrpSpPr>
            <a:grpSpLocks/>
          </p:cNvGrpSpPr>
          <p:nvPr/>
        </p:nvGrpSpPr>
        <p:grpSpPr bwMode="auto">
          <a:xfrm>
            <a:off x="-3175" y="2438400"/>
            <a:ext cx="9145588" cy="1062038"/>
            <a:chOff x="-2" y="1536"/>
            <a:chExt cx="5761" cy="669"/>
          </a:xfrm>
        </p:grpSpPr>
        <p:grpSp>
          <p:nvGrpSpPr>
            <p:cNvPr id="2056" name="Group 2"/>
            <p:cNvGrpSpPr>
              <a:grpSpLocks/>
            </p:cNvGrpSpPr>
            <p:nvPr/>
          </p:nvGrpSpPr>
          <p:grpSpPr bwMode="auto">
            <a:xfrm>
              <a:off x="-2" y="1562"/>
              <a:ext cx="5761" cy="638"/>
              <a:chOff x="-2" y="1562"/>
              <a:chExt cx="5761" cy="638"/>
            </a:xfrm>
          </p:grpSpPr>
          <p:sp>
            <p:nvSpPr>
              <p:cNvPr id="2059" name="AutoShape 3"/>
              <p:cNvSpPr>
                <a:spLocks noChangeArrowheads="1"/>
              </p:cNvSpPr>
              <p:nvPr/>
            </p:nvSpPr>
            <p:spPr bwMode="auto">
              <a:xfrm rot="5400000" flipH="1">
                <a:off x="2575" y="-992"/>
                <a:ext cx="623" cy="5743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45808 h 720"/>
                  <a:gd name="T4" fmla="*/ 388 w 1000"/>
                  <a:gd name="T5" fmla="*/ 45808 h 720"/>
                  <a:gd name="T6" fmla="*/ 388 w 1000"/>
                  <a:gd name="T7" fmla="*/ 0 h 720"/>
                  <a:gd name="T8" fmla="*/ 0 w 1000"/>
                  <a:gd name="T9" fmla="*/ 0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"/>
                  <a:gd name="T16" fmla="*/ 0 h 720"/>
                  <a:gd name="T17" fmla="*/ 1000 w 1000"/>
                  <a:gd name="T18" fmla="*/ 720 h 7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0" name="AutoShape 4"/>
              <p:cNvSpPr>
                <a:spLocks noChangeArrowheads="1"/>
              </p:cNvSpPr>
              <p:nvPr/>
            </p:nvSpPr>
            <p:spPr bwMode="auto">
              <a:xfrm rot="5400000" flipH="1">
                <a:off x="3811" y="1670"/>
                <a:ext cx="623" cy="420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477 h 317"/>
                  <a:gd name="T4" fmla="*/ 622 w 624"/>
                  <a:gd name="T5" fmla="*/ 477 h 317"/>
                  <a:gd name="T6" fmla="*/ 62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0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1" name="AutoShape 5"/>
              <p:cNvSpPr>
                <a:spLocks noChangeArrowheads="1"/>
              </p:cNvSpPr>
              <p:nvPr/>
            </p:nvSpPr>
            <p:spPr bwMode="auto">
              <a:xfrm rot="5400000" flipH="1">
                <a:off x="4151" y="1669"/>
                <a:ext cx="623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479 h 317"/>
                  <a:gd name="T4" fmla="*/ 622 w 624"/>
                  <a:gd name="T5" fmla="*/ 479 h 317"/>
                  <a:gd name="T6" fmla="*/ 62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2" name="AutoShape 6"/>
              <p:cNvSpPr>
                <a:spLocks noChangeArrowheads="1"/>
              </p:cNvSpPr>
              <p:nvPr/>
            </p:nvSpPr>
            <p:spPr bwMode="auto">
              <a:xfrm rot="5400000" flipH="1">
                <a:off x="5192" y="1753"/>
                <a:ext cx="623" cy="254"/>
              </a:xfrm>
              <a:custGeom>
                <a:avLst/>
                <a:gdLst>
                  <a:gd name="T0" fmla="*/ 0 w 624"/>
                  <a:gd name="T1" fmla="*/ 25 h 370"/>
                  <a:gd name="T2" fmla="*/ 0 w 624"/>
                  <a:gd name="T3" fmla="*/ 153 h 370"/>
                  <a:gd name="T4" fmla="*/ 622 w 624"/>
                  <a:gd name="T5" fmla="*/ 153 h 370"/>
                  <a:gd name="T6" fmla="*/ 622 w 624"/>
                  <a:gd name="T7" fmla="*/ 25 h 370"/>
                  <a:gd name="T8" fmla="*/ 382 w 624"/>
                  <a:gd name="T9" fmla="*/ 3 h 370"/>
                  <a:gd name="T10" fmla="*/ 0 w 624"/>
                  <a:gd name="T11" fmla="*/ 25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370"/>
                  <a:gd name="T20" fmla="*/ 624 w 624"/>
                  <a:gd name="T21" fmla="*/ 370 h 37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5490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3" name="AutoShape 7"/>
              <p:cNvSpPr>
                <a:spLocks noChangeArrowheads="1"/>
              </p:cNvSpPr>
              <p:nvPr/>
            </p:nvSpPr>
            <p:spPr bwMode="auto">
              <a:xfrm rot="5400000" flipH="1">
                <a:off x="4469" y="1733"/>
                <a:ext cx="623" cy="293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32 h 317"/>
                  <a:gd name="T4" fmla="*/ 622 w 624"/>
                  <a:gd name="T5" fmla="*/ 232 h 317"/>
                  <a:gd name="T6" fmla="*/ 62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4" name="AutoShape 8"/>
              <p:cNvSpPr>
                <a:spLocks noChangeArrowheads="1"/>
              </p:cNvSpPr>
              <p:nvPr/>
            </p:nvSpPr>
            <p:spPr bwMode="auto">
              <a:xfrm rot="5400000" flipH="1">
                <a:off x="4691" y="1699"/>
                <a:ext cx="623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479 h 272"/>
                  <a:gd name="T4" fmla="*/ 240 w 624"/>
                  <a:gd name="T5" fmla="*/ 423 h 272"/>
                  <a:gd name="T6" fmla="*/ 622 w 624"/>
                  <a:gd name="T7" fmla="*/ 479 h 272"/>
                  <a:gd name="T8" fmla="*/ 622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272"/>
                  <a:gd name="T20" fmla="*/ 624 w 624"/>
                  <a:gd name="T21" fmla="*/ 272 h 27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5" name="AutoShape 9"/>
              <p:cNvSpPr>
                <a:spLocks noChangeArrowheads="1"/>
              </p:cNvSpPr>
              <p:nvPr/>
            </p:nvSpPr>
            <p:spPr bwMode="auto">
              <a:xfrm rot="5400000" flipH="1">
                <a:off x="4972" y="1727"/>
                <a:ext cx="631" cy="314"/>
              </a:xfrm>
              <a:custGeom>
                <a:avLst/>
                <a:gdLst>
                  <a:gd name="T0" fmla="*/ 8 w 632"/>
                  <a:gd name="T1" fmla="*/ 34 h 362"/>
                  <a:gd name="T2" fmla="*/ 8 w 632"/>
                  <a:gd name="T3" fmla="*/ 239 h 362"/>
                  <a:gd name="T4" fmla="*/ 248 w 632"/>
                  <a:gd name="T5" fmla="*/ 239 h 362"/>
                  <a:gd name="T6" fmla="*/ 630 w 632"/>
                  <a:gd name="T7" fmla="*/ 239 h 362"/>
                  <a:gd name="T8" fmla="*/ 630 w 632"/>
                  <a:gd name="T9" fmla="*/ 34 h 362"/>
                  <a:gd name="T10" fmla="*/ 104 w 632"/>
                  <a:gd name="T11" fmla="*/ 34 h 362"/>
                  <a:gd name="T12" fmla="*/ 8 w 632"/>
                  <a:gd name="T13" fmla="*/ 34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2"/>
                  <a:gd name="T22" fmla="*/ 0 h 362"/>
                  <a:gd name="T23" fmla="*/ 632 w 632"/>
                  <a:gd name="T24" fmla="*/ 362 h 36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6" name="AutoShape 10"/>
              <p:cNvSpPr>
                <a:spLocks noChangeArrowheads="1"/>
              </p:cNvSpPr>
              <p:nvPr/>
            </p:nvSpPr>
            <p:spPr bwMode="auto">
              <a:xfrm rot="5400000" flipH="1">
                <a:off x="1924" y="1666"/>
                <a:ext cx="623" cy="420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477 h 317"/>
                  <a:gd name="T4" fmla="*/ 622 w 624"/>
                  <a:gd name="T5" fmla="*/ 477 h 317"/>
                  <a:gd name="T6" fmla="*/ 62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0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7" name="AutoShape 11"/>
              <p:cNvSpPr>
                <a:spLocks noChangeArrowheads="1"/>
              </p:cNvSpPr>
              <p:nvPr/>
            </p:nvSpPr>
            <p:spPr bwMode="auto">
              <a:xfrm rot="5400000" flipH="1">
                <a:off x="2264" y="1664"/>
                <a:ext cx="623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479 h 317"/>
                  <a:gd name="T4" fmla="*/ 622 w 624"/>
                  <a:gd name="T5" fmla="*/ 479 h 317"/>
                  <a:gd name="T6" fmla="*/ 62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8" name="AutoShape 12"/>
              <p:cNvSpPr>
                <a:spLocks noChangeArrowheads="1"/>
              </p:cNvSpPr>
              <p:nvPr/>
            </p:nvSpPr>
            <p:spPr bwMode="auto">
              <a:xfrm rot="5400000" flipH="1">
                <a:off x="3305" y="1749"/>
                <a:ext cx="623" cy="254"/>
              </a:xfrm>
              <a:custGeom>
                <a:avLst/>
                <a:gdLst>
                  <a:gd name="T0" fmla="*/ 0 w 624"/>
                  <a:gd name="T1" fmla="*/ 25 h 370"/>
                  <a:gd name="T2" fmla="*/ 0 w 624"/>
                  <a:gd name="T3" fmla="*/ 153 h 370"/>
                  <a:gd name="T4" fmla="*/ 622 w 624"/>
                  <a:gd name="T5" fmla="*/ 153 h 370"/>
                  <a:gd name="T6" fmla="*/ 622 w 624"/>
                  <a:gd name="T7" fmla="*/ 25 h 370"/>
                  <a:gd name="T8" fmla="*/ 382 w 624"/>
                  <a:gd name="T9" fmla="*/ 3 h 370"/>
                  <a:gd name="T10" fmla="*/ 0 w 624"/>
                  <a:gd name="T11" fmla="*/ 25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370"/>
                  <a:gd name="T20" fmla="*/ 624 w 624"/>
                  <a:gd name="T21" fmla="*/ 370 h 37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9" name="AutoShape 13"/>
              <p:cNvSpPr>
                <a:spLocks noChangeArrowheads="1"/>
              </p:cNvSpPr>
              <p:nvPr/>
            </p:nvSpPr>
            <p:spPr bwMode="auto">
              <a:xfrm rot="5400000" flipH="1">
                <a:off x="2582" y="1728"/>
                <a:ext cx="623" cy="293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32 h 317"/>
                  <a:gd name="T4" fmla="*/ 622 w 624"/>
                  <a:gd name="T5" fmla="*/ 232 h 317"/>
                  <a:gd name="T6" fmla="*/ 62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rgbClr val="E1E1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0" name="AutoShape 14"/>
              <p:cNvSpPr>
                <a:spLocks noChangeArrowheads="1"/>
              </p:cNvSpPr>
              <p:nvPr/>
            </p:nvSpPr>
            <p:spPr bwMode="auto">
              <a:xfrm rot="5400000" flipH="1">
                <a:off x="2806" y="1696"/>
                <a:ext cx="623" cy="360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476 h 272"/>
                  <a:gd name="T4" fmla="*/ 240 w 624"/>
                  <a:gd name="T5" fmla="*/ 421 h 272"/>
                  <a:gd name="T6" fmla="*/ 622 w 624"/>
                  <a:gd name="T7" fmla="*/ 476 h 272"/>
                  <a:gd name="T8" fmla="*/ 622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272"/>
                  <a:gd name="T20" fmla="*/ 624 w 624"/>
                  <a:gd name="T21" fmla="*/ 272 h 27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1" name="AutoShape 15"/>
              <p:cNvSpPr>
                <a:spLocks noChangeArrowheads="1"/>
              </p:cNvSpPr>
              <p:nvPr/>
            </p:nvSpPr>
            <p:spPr bwMode="auto">
              <a:xfrm rot="5400000" flipH="1">
                <a:off x="3083" y="1721"/>
                <a:ext cx="631" cy="315"/>
              </a:xfrm>
              <a:custGeom>
                <a:avLst/>
                <a:gdLst>
                  <a:gd name="T0" fmla="*/ 8 w 632"/>
                  <a:gd name="T1" fmla="*/ 34 h 362"/>
                  <a:gd name="T2" fmla="*/ 8 w 632"/>
                  <a:gd name="T3" fmla="*/ 240 h 362"/>
                  <a:gd name="T4" fmla="*/ 248 w 632"/>
                  <a:gd name="T5" fmla="*/ 240 h 362"/>
                  <a:gd name="T6" fmla="*/ 630 w 632"/>
                  <a:gd name="T7" fmla="*/ 240 h 362"/>
                  <a:gd name="T8" fmla="*/ 630 w 632"/>
                  <a:gd name="T9" fmla="*/ 34 h 362"/>
                  <a:gd name="T10" fmla="*/ 104 w 632"/>
                  <a:gd name="T11" fmla="*/ 34 h 362"/>
                  <a:gd name="T12" fmla="*/ 8 w 632"/>
                  <a:gd name="T13" fmla="*/ 34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2"/>
                  <a:gd name="T22" fmla="*/ 0 h 362"/>
                  <a:gd name="T23" fmla="*/ 632 w 632"/>
                  <a:gd name="T24" fmla="*/ 362 h 36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2" name="AutoShape 16"/>
              <p:cNvSpPr>
                <a:spLocks noChangeArrowheads="1"/>
              </p:cNvSpPr>
              <p:nvPr/>
            </p:nvSpPr>
            <p:spPr bwMode="auto">
              <a:xfrm rot="5400000" flipH="1">
                <a:off x="1058" y="1670"/>
                <a:ext cx="623" cy="420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477 h 317"/>
                  <a:gd name="T4" fmla="*/ 622 w 624"/>
                  <a:gd name="T5" fmla="*/ 477 h 317"/>
                  <a:gd name="T6" fmla="*/ 62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3" name="AutoShape 17"/>
              <p:cNvSpPr>
                <a:spLocks noChangeArrowheads="1"/>
              </p:cNvSpPr>
              <p:nvPr/>
            </p:nvSpPr>
            <p:spPr bwMode="auto">
              <a:xfrm rot="5400000" flipH="1">
                <a:off x="1398" y="1669"/>
                <a:ext cx="623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479 h 317"/>
                  <a:gd name="T4" fmla="*/ 622 w 624"/>
                  <a:gd name="T5" fmla="*/ 479 h 317"/>
                  <a:gd name="T6" fmla="*/ 622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317"/>
                  <a:gd name="T17" fmla="*/ 624 w 624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4" name="AutoShape 18"/>
              <p:cNvSpPr>
                <a:spLocks noChangeArrowheads="1"/>
              </p:cNvSpPr>
              <p:nvPr/>
            </p:nvSpPr>
            <p:spPr bwMode="auto">
              <a:xfrm rot="5400000" flipH="1">
                <a:off x="553" y="1749"/>
                <a:ext cx="623" cy="254"/>
              </a:xfrm>
              <a:custGeom>
                <a:avLst/>
                <a:gdLst>
                  <a:gd name="T0" fmla="*/ 0 w 624"/>
                  <a:gd name="T1" fmla="*/ 25 h 370"/>
                  <a:gd name="T2" fmla="*/ 0 w 624"/>
                  <a:gd name="T3" fmla="*/ 153 h 370"/>
                  <a:gd name="T4" fmla="*/ 622 w 624"/>
                  <a:gd name="T5" fmla="*/ 153 h 370"/>
                  <a:gd name="T6" fmla="*/ 622 w 624"/>
                  <a:gd name="T7" fmla="*/ 25 h 370"/>
                  <a:gd name="T8" fmla="*/ 382 w 624"/>
                  <a:gd name="T9" fmla="*/ 3 h 370"/>
                  <a:gd name="T10" fmla="*/ 0 w 624"/>
                  <a:gd name="T11" fmla="*/ 25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370"/>
                  <a:gd name="T20" fmla="*/ 624 w 624"/>
                  <a:gd name="T21" fmla="*/ 370 h 37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rgbClr val="E1E1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5" name="AutoShape 19"/>
              <p:cNvSpPr>
                <a:spLocks noChangeArrowheads="1"/>
              </p:cNvSpPr>
              <p:nvPr/>
            </p:nvSpPr>
            <p:spPr bwMode="auto">
              <a:xfrm flipH="1">
                <a:off x="-2" y="1562"/>
                <a:ext cx="290" cy="624"/>
              </a:xfrm>
              <a:custGeom>
                <a:avLst/>
                <a:gdLst>
                  <a:gd name="T0" fmla="*/ 0 w 291"/>
                  <a:gd name="T1" fmla="*/ 622 h 625"/>
                  <a:gd name="T2" fmla="*/ 289 w 291"/>
                  <a:gd name="T3" fmla="*/ 623 h 625"/>
                  <a:gd name="T4" fmla="*/ 289 w 291"/>
                  <a:gd name="T5" fmla="*/ 6 h 625"/>
                  <a:gd name="T6" fmla="*/ 0 w 291"/>
                  <a:gd name="T7" fmla="*/ 0 h 625"/>
                  <a:gd name="T8" fmla="*/ 0 w 291"/>
                  <a:gd name="T9" fmla="*/ 622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1"/>
                  <a:gd name="T16" fmla="*/ 0 h 625"/>
                  <a:gd name="T17" fmla="*/ 291 w 291"/>
                  <a:gd name="T18" fmla="*/ 625 h 6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" name="AutoShape 20"/>
              <p:cNvSpPr>
                <a:spLocks noChangeArrowheads="1"/>
              </p:cNvSpPr>
              <p:nvPr/>
            </p:nvSpPr>
            <p:spPr bwMode="auto">
              <a:xfrm rot="5400000" flipH="1">
                <a:off x="52" y="1696"/>
                <a:ext cx="623" cy="360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476 h 272"/>
                  <a:gd name="T4" fmla="*/ 240 w 624"/>
                  <a:gd name="T5" fmla="*/ 421 h 272"/>
                  <a:gd name="T6" fmla="*/ 622 w 624"/>
                  <a:gd name="T7" fmla="*/ 476 h 272"/>
                  <a:gd name="T8" fmla="*/ 622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4"/>
                  <a:gd name="T19" fmla="*/ 0 h 272"/>
                  <a:gd name="T20" fmla="*/ 624 w 624"/>
                  <a:gd name="T21" fmla="*/ 272 h 27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66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7" name="AutoShape 21"/>
              <p:cNvSpPr>
                <a:spLocks noChangeArrowheads="1"/>
              </p:cNvSpPr>
              <p:nvPr/>
            </p:nvSpPr>
            <p:spPr bwMode="auto">
              <a:xfrm rot="5400000" flipH="1">
                <a:off x="329" y="1721"/>
                <a:ext cx="631" cy="315"/>
              </a:xfrm>
              <a:custGeom>
                <a:avLst/>
                <a:gdLst>
                  <a:gd name="T0" fmla="*/ 8 w 632"/>
                  <a:gd name="T1" fmla="*/ 34 h 362"/>
                  <a:gd name="T2" fmla="*/ 8 w 632"/>
                  <a:gd name="T3" fmla="*/ 240 h 362"/>
                  <a:gd name="T4" fmla="*/ 248 w 632"/>
                  <a:gd name="T5" fmla="*/ 240 h 362"/>
                  <a:gd name="T6" fmla="*/ 630 w 632"/>
                  <a:gd name="T7" fmla="*/ 240 h 362"/>
                  <a:gd name="T8" fmla="*/ 630 w 632"/>
                  <a:gd name="T9" fmla="*/ 34 h 362"/>
                  <a:gd name="T10" fmla="*/ 104 w 632"/>
                  <a:gd name="T11" fmla="*/ 34 h 362"/>
                  <a:gd name="T12" fmla="*/ 8 w 632"/>
                  <a:gd name="T13" fmla="*/ 34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2"/>
                  <a:gd name="T22" fmla="*/ 0 h 362"/>
                  <a:gd name="T23" fmla="*/ 632 w 632"/>
                  <a:gd name="T24" fmla="*/ 362 h 36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2057" name="AutoShape 22"/>
            <p:cNvSpPr>
              <a:spLocks noChangeArrowheads="1"/>
            </p:cNvSpPr>
            <p:nvPr/>
          </p:nvSpPr>
          <p:spPr bwMode="auto">
            <a:xfrm flipH="1">
              <a:off x="-2" y="1536"/>
              <a:ext cx="5760" cy="411"/>
            </a:xfrm>
            <a:custGeom>
              <a:avLst/>
              <a:gdLst>
                <a:gd name="T0" fmla="*/ 0 w 5762"/>
                <a:gd name="T1" fmla="*/ 223 h 385"/>
                <a:gd name="T2" fmla="*/ 5758 w 5762"/>
                <a:gd name="T3" fmla="*/ 215 h 385"/>
                <a:gd name="T4" fmla="*/ 5758 w 5762"/>
                <a:gd name="T5" fmla="*/ 4 h 385"/>
                <a:gd name="T6" fmla="*/ 0 w 5762"/>
                <a:gd name="T7" fmla="*/ 0 h 385"/>
                <a:gd name="T8" fmla="*/ 0 w 5762"/>
                <a:gd name="T9" fmla="*/ 223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2"/>
                <a:gd name="T16" fmla="*/ 0 h 385"/>
                <a:gd name="T17" fmla="*/ 5762 w 5762"/>
                <a:gd name="T18" fmla="*/ 385 h 3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058" name="AutoShape 23"/>
            <p:cNvSpPr>
              <a:spLocks noChangeArrowheads="1"/>
            </p:cNvSpPr>
            <p:nvPr/>
          </p:nvSpPr>
          <p:spPr bwMode="auto">
            <a:xfrm flipH="1">
              <a:off x="-2" y="2017"/>
              <a:ext cx="5759" cy="188"/>
            </a:xfrm>
            <a:custGeom>
              <a:avLst/>
              <a:gdLst>
                <a:gd name="T0" fmla="*/ 0 w 5761"/>
                <a:gd name="T1" fmla="*/ 28 h 189"/>
                <a:gd name="T2" fmla="*/ 5757 w 5761"/>
                <a:gd name="T3" fmla="*/ 0 h 189"/>
                <a:gd name="T4" fmla="*/ 5757 w 5761"/>
                <a:gd name="T5" fmla="*/ 187 h 189"/>
                <a:gd name="T6" fmla="*/ 1 w 5761"/>
                <a:gd name="T7" fmla="*/ 187 h 189"/>
                <a:gd name="T8" fmla="*/ 0 w 5761"/>
                <a:gd name="T9" fmla="*/ 28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1"/>
                <a:gd name="T16" fmla="*/ 0 h 189"/>
                <a:gd name="T17" fmla="*/ 5761 w 576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205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0812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do título</a:t>
            </a:r>
          </a:p>
        </p:txBody>
      </p:sp>
      <p:sp>
        <p:nvSpPr>
          <p:cNvPr id="205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0812" cy="411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da estrutura de tópicos</a:t>
            </a:r>
          </a:p>
          <a:p>
            <a:pPr lvl="1"/>
            <a:r>
              <a:rPr lang="en-GB" altLang="pt-BR"/>
              <a:t>2.º Nível da estrutura de tópicos</a:t>
            </a:r>
          </a:p>
          <a:p>
            <a:pPr lvl="2"/>
            <a:r>
              <a:rPr lang="en-GB" altLang="pt-BR"/>
              <a:t>3.º Nível da estrutura de tópicos</a:t>
            </a:r>
          </a:p>
          <a:p>
            <a:pPr lvl="3"/>
            <a:r>
              <a:rPr lang="en-GB" altLang="pt-BR"/>
              <a:t>4.º Nível da estrutura de tópicos</a:t>
            </a:r>
          </a:p>
          <a:p>
            <a:pPr lvl="4"/>
            <a:r>
              <a:rPr lang="en-GB" altLang="pt-BR"/>
              <a:t>5.º Nível da estrutura de tópicos</a:t>
            </a:r>
          </a:p>
          <a:p>
            <a:pPr lvl="4"/>
            <a:r>
              <a:rPr lang="en-GB" altLang="pt-BR"/>
              <a:t>6.º Nível da estrutura de tópicos</a:t>
            </a:r>
          </a:p>
          <a:p>
            <a:pPr lvl="4"/>
            <a:r>
              <a:rPr lang="en-GB" altLang="pt-BR"/>
              <a:t>7.º Nível da estrutura de tópicos</a:t>
            </a:r>
          </a:p>
          <a:p>
            <a:pPr lvl="4"/>
            <a:r>
              <a:rPr lang="en-GB" altLang="pt-BR"/>
              <a:t>8.º Nível da estrutura de tópicos</a:t>
            </a:r>
          </a:p>
          <a:p>
            <a:pPr lvl="4"/>
            <a:r>
              <a:rPr lang="en-GB" altLang="pt-BR"/>
              <a:t>9.º Nível da estrutura de tópicos</a:t>
            </a:r>
          </a:p>
        </p:txBody>
      </p:sp>
      <p:sp>
        <p:nvSpPr>
          <p:cNvPr id="2053" name="Text Box 26"/>
          <p:cNvSpPr txBox="1">
            <a:spLocks noChangeArrowheads="1"/>
          </p:cNvSpPr>
          <p:nvPr/>
        </p:nvSpPr>
        <p:spPr bwMode="auto">
          <a:xfrm>
            <a:off x="1166813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2054" name="Text Box 27"/>
          <p:cNvSpPr txBox="1">
            <a:spLocks noChangeArrowheads="1"/>
          </p:cNvSpPr>
          <p:nvPr/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2076" name="Rectangle 28"/>
          <p:cNvSpPr>
            <a:spLocks noGrp="1" noChangeArrowheads="1"/>
          </p:cNvSpPr>
          <p:nvPr>
            <p:ph type="sldNum"/>
          </p:nvPr>
        </p:nvSpPr>
        <p:spPr bwMode="auto">
          <a:xfrm>
            <a:off x="7010400" y="6248400"/>
            <a:ext cx="1903413" cy="4556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>
              <a:spcBef>
                <a:spcPts val="875"/>
              </a:spcBef>
              <a:buClrTx/>
              <a:buSzPct val="100000"/>
              <a:buFontTx/>
              <a:buNone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fld id="{1FBF1EA3-FC31-4466-B657-98BD58611054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3366"/>
          </a:solidFill>
          <a:latin typeface="Times New Roman" pitchFamily="16" charset="0"/>
          <a:ea typeface="Microsoft YaHei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1"/>
          <p:cNvSpPr txBox="1">
            <a:spLocks noChangeArrowheads="1"/>
          </p:cNvSpPr>
          <p:nvPr/>
        </p:nvSpPr>
        <p:spPr bwMode="auto">
          <a:xfrm>
            <a:off x="1173163" y="1219200"/>
            <a:ext cx="7772400" cy="126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pt-BR" sz="4400">
                <a:solidFill>
                  <a:srgbClr val="003366"/>
                </a:solidFill>
                <a:latin typeface="Times New Roman" panose="02020603050405020304" pitchFamily="18" charset="0"/>
              </a:rPr>
              <a:t>Programação</a:t>
            </a:r>
            <a:r>
              <a:rPr lang="en-US" altLang="pt-BR" sz="4400" dirty="0">
                <a:solidFill>
                  <a:srgbClr val="003366"/>
                </a:solidFill>
                <a:latin typeface="Times New Roman" panose="02020603050405020304" pitchFamily="18" charset="0"/>
              </a:rPr>
              <a:t> </a:t>
            </a:r>
            <a:br>
              <a:rPr lang="en-US" altLang="pt-BR" sz="4400" dirty="0">
                <a:solidFill>
                  <a:srgbClr val="003366"/>
                </a:solidFill>
                <a:latin typeface="Times New Roman" panose="02020603050405020304" pitchFamily="18" charset="0"/>
              </a:rPr>
            </a:br>
            <a:r>
              <a:rPr lang="en-US" altLang="pt-BR" sz="4400" dirty="0" err="1">
                <a:solidFill>
                  <a:srgbClr val="003366"/>
                </a:solidFill>
                <a:latin typeface="Times New Roman" panose="02020603050405020304" pitchFamily="18" charset="0"/>
              </a:rPr>
              <a:t>Orientada</a:t>
            </a:r>
            <a:r>
              <a:rPr lang="en-US" altLang="pt-BR" sz="4400" dirty="0">
                <a:solidFill>
                  <a:srgbClr val="003366"/>
                </a:solidFill>
                <a:latin typeface="Times New Roman" panose="02020603050405020304" pitchFamily="18" charset="0"/>
              </a:rPr>
              <a:t> a </a:t>
            </a:r>
            <a:r>
              <a:rPr lang="en-US" altLang="pt-BR" sz="4400" dirty="0" err="1">
                <a:solidFill>
                  <a:srgbClr val="003366"/>
                </a:solidFill>
                <a:latin typeface="Times New Roman" panose="02020603050405020304" pitchFamily="18" charset="0"/>
              </a:rPr>
              <a:t>Objetos</a:t>
            </a:r>
            <a:endParaRPr lang="en-US" altLang="pt-BR" sz="4400" dirty="0">
              <a:solidFill>
                <a:srgbClr val="0033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9" name="Text Box 1"/>
          <p:cNvSpPr txBox="1">
            <a:spLocks noChangeArrowheads="1"/>
          </p:cNvSpPr>
          <p:nvPr/>
        </p:nvSpPr>
        <p:spPr bwMode="auto">
          <a:xfrm>
            <a:off x="1000125" y="4286250"/>
            <a:ext cx="7772400" cy="126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pt-BR" sz="4400" dirty="0">
                <a:solidFill>
                  <a:srgbClr val="003366"/>
                </a:solidFill>
                <a:latin typeface="Times New Roman" panose="02020603050405020304" pitchFamily="18" charset="0"/>
              </a:rPr>
              <a:t>- </a:t>
            </a:r>
            <a:r>
              <a:rPr lang="en-US" altLang="pt-BR" sz="4400">
                <a:solidFill>
                  <a:srgbClr val="003366"/>
                </a:solidFill>
                <a:latin typeface="Times New Roman" panose="02020603050405020304" pitchFamily="18" charset="0"/>
              </a:rPr>
              <a:t>ArrayList</a:t>
            </a:r>
            <a:r>
              <a:rPr lang="en-US" altLang="pt-BR" sz="4400" dirty="0">
                <a:solidFill>
                  <a:srgbClr val="003366"/>
                </a:solidFill>
                <a:latin typeface="Times New Roman" panose="02020603050405020304" pitchFamily="18" charset="0"/>
              </a:rPr>
              <a:t> -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1143000" y="1600200"/>
            <a:ext cx="7802563" cy="218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700"/>
              </a:spcBef>
              <a:buClr>
                <a:srgbClr val="0099CC"/>
              </a:buClr>
              <a:buSzPct val="70000"/>
              <a:buFont typeface="Monotype Sorts" charset="2"/>
              <a:buChar char=""/>
            </a:pPr>
            <a:r>
              <a:rPr lang="en-US" altLang="pt-BR" sz="2800" b="1"/>
              <a:t>Classe ArrayList: </a:t>
            </a:r>
            <a:r>
              <a:rPr lang="en-US" altLang="pt-BR" sz="2800"/>
              <a:t>permite a instanciação de objetos cujo o propósito é realizar o agrupamento dinâmico de objetos de uma mesma classe.</a:t>
            </a:r>
          </a:p>
        </p:txBody>
      </p:sp>
      <p:sp>
        <p:nvSpPr>
          <p:cNvPr id="6147" name="AutoShape 3"/>
          <p:cNvSpPr>
            <a:spLocks/>
          </p:cNvSpPr>
          <p:nvPr/>
        </p:nvSpPr>
        <p:spPr bwMode="auto">
          <a:xfrm>
            <a:off x="5929313" y="3286125"/>
            <a:ext cx="1857375" cy="571500"/>
          </a:xfrm>
          <a:prstGeom prst="borderCallout2">
            <a:avLst>
              <a:gd name="adj1" fmla="val 18519"/>
              <a:gd name="adj2" fmla="val -8333"/>
              <a:gd name="adj3" fmla="val 32273"/>
              <a:gd name="adj4" fmla="val -31921"/>
              <a:gd name="adj5" fmla="val 102380"/>
              <a:gd name="adj6" fmla="val -69899"/>
            </a:avLst>
          </a:prstGeom>
          <a:solidFill>
            <a:srgbClr val="0099CC"/>
          </a:solidFill>
          <a:ln w="9360" cap="sq">
            <a:solidFill>
              <a:srgbClr val="000000"/>
            </a:solidFill>
            <a:round/>
            <a:headEnd/>
            <a:tailEnd/>
          </a:ln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pt-BR" altLang="pt-BR" sz="2400">
                <a:latin typeface="Times New Roman" panose="02020603050405020304" pitchFamily="18" charset="0"/>
              </a:rPr>
              <a:t>Identificador</a:t>
            </a:r>
          </a:p>
        </p:txBody>
      </p:sp>
      <p:sp>
        <p:nvSpPr>
          <p:cNvPr id="6148" name="AutoShape 4"/>
          <p:cNvSpPr>
            <a:spLocks/>
          </p:cNvSpPr>
          <p:nvPr/>
        </p:nvSpPr>
        <p:spPr bwMode="auto">
          <a:xfrm>
            <a:off x="3347864" y="5265505"/>
            <a:ext cx="1928812" cy="928687"/>
          </a:xfrm>
          <a:prstGeom prst="borderCallout2">
            <a:avLst>
              <a:gd name="adj1" fmla="val 18519"/>
              <a:gd name="adj2" fmla="val -8333"/>
              <a:gd name="adj3" fmla="val 32273"/>
              <a:gd name="adj4" fmla="val -31921"/>
              <a:gd name="adj5" fmla="val -114588"/>
              <a:gd name="adj6" fmla="val -88996"/>
            </a:avLst>
          </a:prstGeom>
          <a:solidFill>
            <a:srgbClr val="0099CC"/>
          </a:solidFill>
          <a:ln w="9360" cap="sq">
            <a:solidFill>
              <a:srgbClr val="000000"/>
            </a:solidFill>
            <a:round/>
            <a:headEnd/>
            <a:tailEnd/>
          </a:ln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pt-BR" altLang="pt-BR" sz="2400">
                <a:latin typeface="Times New Roman" panose="02020603050405020304" pitchFamily="18" charset="0"/>
              </a:rPr>
              <a:t>Definição do ArrayList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1416BD8-F33F-4CC5-A733-9EDD269CE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05" y="3873249"/>
            <a:ext cx="7901955" cy="381124"/>
          </a:xfrm>
          <a:prstGeom prst="rect">
            <a:avLst/>
          </a:prstGeom>
        </p:spPr>
      </p:pic>
      <p:sp>
        <p:nvSpPr>
          <p:cNvPr id="6149" name="Oval 5"/>
          <p:cNvSpPr>
            <a:spLocks noChangeArrowheads="1"/>
          </p:cNvSpPr>
          <p:nvPr/>
        </p:nvSpPr>
        <p:spPr bwMode="auto">
          <a:xfrm>
            <a:off x="2151864" y="3845113"/>
            <a:ext cx="1656184" cy="381124"/>
          </a:xfrm>
          <a:prstGeom prst="ellipse">
            <a:avLst/>
          </a:prstGeom>
          <a:noFill/>
          <a:ln w="9360" cap="sq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6150" name="Oval 6"/>
          <p:cNvSpPr>
            <a:spLocks noChangeArrowheads="1"/>
          </p:cNvSpPr>
          <p:nvPr/>
        </p:nvSpPr>
        <p:spPr bwMode="auto">
          <a:xfrm>
            <a:off x="7035683" y="3849346"/>
            <a:ext cx="2014881" cy="376891"/>
          </a:xfrm>
          <a:prstGeom prst="ellipse">
            <a:avLst/>
          </a:prstGeom>
          <a:noFill/>
          <a:ln w="9360" cap="sq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/>
          <p:cNvSpPr txBox="1">
            <a:spLocks noChangeArrowheads="1"/>
          </p:cNvSpPr>
          <p:nvPr/>
        </p:nvSpPr>
        <p:spPr bwMode="auto">
          <a:xfrm>
            <a:off x="1173163" y="285750"/>
            <a:ext cx="777240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pt-BR" sz="4400">
                <a:solidFill>
                  <a:srgbClr val="003366"/>
                </a:solidFill>
                <a:latin typeface="Times New Roman" panose="02020603050405020304" pitchFamily="18" charset="0"/>
              </a:rPr>
              <a:t>Interação com o ArrayList</a:t>
            </a:r>
          </a:p>
        </p:txBody>
      </p:sp>
      <p:sp>
        <p:nvSpPr>
          <p:cNvPr id="8195" name="AutoShape 5"/>
          <p:cNvSpPr>
            <a:spLocks/>
          </p:cNvSpPr>
          <p:nvPr/>
        </p:nvSpPr>
        <p:spPr bwMode="auto">
          <a:xfrm>
            <a:off x="5286375" y="2071688"/>
            <a:ext cx="3143250" cy="428625"/>
          </a:xfrm>
          <a:prstGeom prst="borderCallout2">
            <a:avLst>
              <a:gd name="adj1" fmla="val 34523"/>
              <a:gd name="adj2" fmla="val -10792"/>
              <a:gd name="adj3" fmla="val 1472"/>
              <a:gd name="adj4" fmla="val -57810"/>
              <a:gd name="adj5" fmla="val -68676"/>
              <a:gd name="adj6" fmla="val -71301"/>
            </a:avLst>
          </a:prstGeom>
          <a:solidFill>
            <a:srgbClr val="0099CC"/>
          </a:solidFill>
          <a:ln w="9360" cap="sq">
            <a:solidFill>
              <a:srgbClr val="000000"/>
            </a:solidFill>
            <a:round/>
            <a:headEnd/>
            <a:tailEnd/>
          </a:ln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pt-BR" altLang="pt-BR" sz="2000">
                <a:latin typeface="Times New Roman" panose="02020603050405020304" pitchFamily="18" charset="0"/>
              </a:rPr>
              <a:t>Insere o objeto no ArrayList</a:t>
            </a:r>
          </a:p>
        </p:txBody>
      </p:sp>
      <p:sp>
        <p:nvSpPr>
          <p:cNvPr id="8196" name="CaixaDeTexto 8"/>
          <p:cNvSpPr txBox="1">
            <a:spLocks noChangeArrowheads="1"/>
          </p:cNvSpPr>
          <p:nvPr/>
        </p:nvSpPr>
        <p:spPr bwMode="auto">
          <a:xfrm>
            <a:off x="1214438" y="1357313"/>
            <a:ext cx="30718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funcionarios.add</a:t>
            </a:r>
            <a:r>
              <a:rPr lang="pt-BR" altLang="pt-BR" dirty="0">
                <a:solidFill>
                  <a:schemeClr val="tx1"/>
                </a:solidFill>
              </a:rPr>
              <a:t>(f)</a:t>
            </a:r>
          </a:p>
        </p:txBody>
      </p:sp>
      <p:sp>
        <p:nvSpPr>
          <p:cNvPr id="8197" name="CaixaDeTexto 9"/>
          <p:cNvSpPr txBox="1">
            <a:spLocks noChangeArrowheads="1"/>
          </p:cNvSpPr>
          <p:nvPr/>
        </p:nvSpPr>
        <p:spPr bwMode="auto">
          <a:xfrm>
            <a:off x="1214438" y="2643188"/>
            <a:ext cx="30718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funcionarios.size</a:t>
            </a:r>
            <a:r>
              <a:rPr lang="pt-BR" altLang="pt-BR" dirty="0">
                <a:solidFill>
                  <a:schemeClr val="tx1"/>
                </a:solidFill>
              </a:rPr>
              <a:t>( );</a:t>
            </a:r>
          </a:p>
        </p:txBody>
      </p:sp>
      <p:sp>
        <p:nvSpPr>
          <p:cNvPr id="8198" name="AutoShape 5"/>
          <p:cNvSpPr>
            <a:spLocks/>
          </p:cNvSpPr>
          <p:nvPr/>
        </p:nvSpPr>
        <p:spPr bwMode="auto">
          <a:xfrm>
            <a:off x="5286375" y="3643313"/>
            <a:ext cx="3143250" cy="714375"/>
          </a:xfrm>
          <a:prstGeom prst="borderCallout2">
            <a:avLst>
              <a:gd name="adj1" fmla="val 34523"/>
              <a:gd name="adj2" fmla="val -10792"/>
              <a:gd name="adj3" fmla="val -8528"/>
              <a:gd name="adj4" fmla="val -56444"/>
              <a:gd name="adj5" fmla="val -66009"/>
              <a:gd name="adj6" fmla="val -69032"/>
            </a:avLst>
          </a:prstGeom>
          <a:solidFill>
            <a:srgbClr val="0099CC"/>
          </a:solidFill>
          <a:ln w="9360" cap="sq">
            <a:solidFill>
              <a:srgbClr val="000000"/>
            </a:solidFill>
            <a:round/>
            <a:headEnd/>
            <a:tailEnd/>
          </a:ln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pt-BR" altLang="pt-BR" sz="2000">
                <a:latin typeface="Times New Roman" panose="02020603050405020304" pitchFamily="18" charset="0"/>
              </a:rPr>
              <a:t>Devolve a qtde. de objetos agrupados no ArrayList</a:t>
            </a:r>
          </a:p>
        </p:txBody>
      </p:sp>
      <p:sp>
        <p:nvSpPr>
          <p:cNvPr id="8199" name="CaixaDeTexto 11"/>
          <p:cNvSpPr txBox="1">
            <a:spLocks noChangeArrowheads="1"/>
          </p:cNvSpPr>
          <p:nvPr/>
        </p:nvSpPr>
        <p:spPr bwMode="auto">
          <a:xfrm>
            <a:off x="1143000" y="4286250"/>
            <a:ext cx="3071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funcionarios.get</a:t>
            </a:r>
            <a:r>
              <a:rPr lang="pt-BR" altLang="pt-BR" dirty="0">
                <a:solidFill>
                  <a:schemeClr val="tx1"/>
                </a:solidFill>
              </a:rPr>
              <a:t>(x);</a:t>
            </a:r>
          </a:p>
        </p:txBody>
      </p:sp>
      <p:sp>
        <p:nvSpPr>
          <p:cNvPr id="8200" name="AutoShape 5"/>
          <p:cNvSpPr>
            <a:spLocks/>
          </p:cNvSpPr>
          <p:nvPr/>
        </p:nvSpPr>
        <p:spPr bwMode="auto">
          <a:xfrm>
            <a:off x="5000625" y="4938713"/>
            <a:ext cx="3429000" cy="1704975"/>
          </a:xfrm>
          <a:prstGeom prst="borderCallout2">
            <a:avLst>
              <a:gd name="adj1" fmla="val 34523"/>
              <a:gd name="adj2" fmla="val -10792"/>
              <a:gd name="adj3" fmla="val 34472"/>
              <a:gd name="adj4" fmla="val -31597"/>
              <a:gd name="adj5" fmla="val -9861"/>
              <a:gd name="adj6" fmla="val -55204"/>
            </a:avLst>
          </a:prstGeom>
          <a:solidFill>
            <a:srgbClr val="0099CC"/>
          </a:solidFill>
          <a:ln w="9360" cap="sq">
            <a:solidFill>
              <a:srgbClr val="000000"/>
            </a:solidFill>
            <a:round/>
            <a:headEnd/>
            <a:tailEnd/>
          </a:ln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pt-BR" altLang="pt-BR" sz="2000">
                <a:latin typeface="Times New Roman" panose="02020603050405020304" pitchFamily="18" charset="0"/>
              </a:rPr>
              <a:t>Acessa um objeto no ArrayList a partir de um índice sequencial.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pt-BR" altLang="pt-BR" sz="20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pt-BR" altLang="pt-BR" sz="2000">
                <a:latin typeface="Times New Roman" panose="02020603050405020304" pitchFamily="18" charset="0"/>
              </a:rPr>
              <a:t>Onde:   0  ≤   x  &lt;  size()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pt-BR" altLang="pt-BR" sz="20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pt-BR" altLang="pt-BR" sz="20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pt-BR" altLang="pt-BR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o Office">
      <a:majorFont>
        <a:latin typeface="Times New Roman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  <a:ea typeface="Microsoft YaHei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  <a:ea typeface="Microsoft YaHei" charset="-122"/>
          </a:defRPr>
        </a:defPPr>
      </a:lstStyle>
    </a:lnDef>
  </a:objectDefaults>
  <a:extraClrSchemeLst>
    <a:extraClrScheme>
      <a:clrScheme name="Tema do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o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o Office">
      <a:majorFont>
        <a:latin typeface="Times New Roman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  <a:ea typeface="Microsoft YaHei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6" charset="0"/>
            <a:ea typeface="Microsoft YaHei" charset="-122"/>
          </a:defRPr>
        </a:defPPr>
      </a:lstStyle>
    </a:lnDef>
  </a:objectDefaults>
  <a:extraClrSchemeLst>
    <a:extraClrScheme>
      <a:clrScheme name="Tema do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o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91CF7CAD3336F43B26E249B762A2551" ma:contentTypeVersion="0" ma:contentTypeDescription="Crie um novo documento." ma:contentTypeScope="" ma:versionID="84f10ae0064297c318a46f88e288ce3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139350B-56F9-4FE4-B3B4-7CC7D50743F5}"/>
</file>

<file path=customXml/itemProps2.xml><?xml version="1.0" encoding="utf-8"?>
<ds:datastoreItem xmlns:ds="http://schemas.openxmlformats.org/officeDocument/2006/customXml" ds:itemID="{C23FBC97-CC67-43A6-A0CD-E21AEC64E2D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FB9B7C6-485A-4E78-A228-3E906CBDD1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90</Words>
  <Application>Microsoft Office PowerPoint</Application>
  <PresentationFormat>Apresentação na tela (4:3)</PresentationFormat>
  <Paragraphs>15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Monotype Sorts</vt:lpstr>
      <vt:lpstr>Times New Roman</vt:lpstr>
      <vt:lpstr>Tema do Office</vt:lpstr>
      <vt:lpstr>1_Tema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4 - Usando os Operadores Lógicos</dc:title>
  <dc:creator>Dimas Ferreira Cardoso</dc:creator>
  <cp:lastModifiedBy>Dimas Cardoso</cp:lastModifiedBy>
  <cp:revision>69</cp:revision>
  <cp:lastPrinted>1601-01-01T00:00:00Z</cp:lastPrinted>
  <dcterms:created xsi:type="dcterms:W3CDTF">2001-03-30T19:39:29Z</dcterms:created>
  <dcterms:modified xsi:type="dcterms:W3CDTF">2025-10-22T01:51:04Z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0x010100A91CF7CAD3336F43B26E249B762A2551</vt:lpwstr>
  </property>
</Properties>
</file>